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handoutMasterIdLst>
    <p:handoutMasterId r:id="rId16"/>
  </p:handoutMasterIdLst>
  <p:sldIdLst>
    <p:sldId id="256" r:id="rId2"/>
    <p:sldId id="273" r:id="rId3"/>
    <p:sldId id="267" r:id="rId4"/>
    <p:sldId id="289" r:id="rId5"/>
    <p:sldId id="288" r:id="rId6"/>
    <p:sldId id="290" r:id="rId7"/>
    <p:sldId id="291" r:id="rId8"/>
    <p:sldId id="292" r:id="rId9"/>
    <p:sldId id="293" r:id="rId10"/>
    <p:sldId id="294" r:id="rId11"/>
    <p:sldId id="295" r:id="rId12"/>
    <p:sldId id="296" r:id="rId13"/>
    <p:sldId id="287" r:id="rId14"/>
  </p:sldIdLst>
  <p:sldSz cx="12188825" cy="6858000"/>
  <p:notesSz cx="6858000" cy="9144000"/>
  <p:defaultTextStyle>
    <a:defPPr rtl="0">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5" pos="3839">
          <p15:clr>
            <a:srgbClr val="A4A3A4"/>
          </p15:clr>
        </p15:guide>
        <p15:guide id="6" pos="1007">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232D0"/>
    <a:srgbClr val="596671"/>
    <a:srgbClr val="5C6B77"/>
    <a:srgbClr val="465562"/>
    <a:srgbClr val="96969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73A0DAA-6AF3-43AB-8588-CEC1D06C72B9}">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84" autoAdjust="0"/>
    <p:restoredTop sz="95165" autoAdjust="0"/>
  </p:normalViewPr>
  <p:slideViewPr>
    <p:cSldViewPr showGuides="1">
      <p:cViewPr varScale="1">
        <p:scale>
          <a:sx n="85" d="100"/>
          <a:sy n="85" d="100"/>
        </p:scale>
        <p:origin x="590" y="48"/>
      </p:cViewPr>
      <p:guideLst>
        <p:guide orient="horz" pos="2160"/>
        <p:guide pos="3839"/>
        <p:guide pos="1007"/>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howGuides="1">
      <p:cViewPr varScale="1">
        <p:scale>
          <a:sx n="72" d="100"/>
          <a:sy n="72" d="100"/>
        </p:scale>
        <p:origin x="3108" y="7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posición de encabezado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pPr rtl="0"/>
            <a:endParaRPr lang="es-ES" dirty="0"/>
          </a:p>
        </p:txBody>
      </p:sp>
      <p:sp>
        <p:nvSpPr>
          <p:cNvPr id="3" name="Marcador de posición de fecha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pPr rtl="0"/>
            <a:fld id="{69BBBD98-8689-4A62-BBFB-92BF328A7966}" type="datetime1">
              <a:rPr lang="es-ES" smtClean="0"/>
              <a:t>29/05/2024</a:t>
            </a:fld>
            <a:endParaRPr lang="es-ES" dirty="0"/>
          </a:p>
        </p:txBody>
      </p:sp>
      <p:sp>
        <p:nvSpPr>
          <p:cNvPr id="4" name="Marcador de posición de pie de página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pPr rtl="0"/>
            <a:endParaRPr lang="es-ES" dirty="0"/>
          </a:p>
        </p:txBody>
      </p:sp>
      <p:sp>
        <p:nvSpPr>
          <p:cNvPr id="5" name="Marcador de posición de número de diapositiva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pPr rtl="0"/>
            <a:fld id="{04360E59-1627-4404-ACC5-51C744AB0F27}" type="slidenum">
              <a:rPr lang="es-ES" smtClean="0"/>
              <a:t>‹Nº›</a:t>
            </a:fld>
            <a:endParaRPr lang="es-ES" dirty="0"/>
          </a:p>
        </p:txBody>
      </p:sp>
    </p:spTree>
    <p:extLst>
      <p:ext uri="{BB962C8B-B14F-4D97-AF65-F5344CB8AC3E}">
        <p14:creationId xmlns:p14="http://schemas.microsoft.com/office/powerpoint/2010/main" val="516225429"/>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posición de encabezado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solidFill>
                  <a:schemeClr val="tx1"/>
                </a:solidFill>
              </a:defRPr>
            </a:lvl1pPr>
          </a:lstStyle>
          <a:p>
            <a:pPr rtl="0"/>
            <a:endParaRPr lang="es-ES" noProof="0" dirty="0"/>
          </a:p>
        </p:txBody>
      </p:sp>
      <p:sp>
        <p:nvSpPr>
          <p:cNvPr id="3" name="Marcador de posición de fecha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solidFill>
                  <a:schemeClr val="tx1"/>
                </a:solidFill>
              </a:defRPr>
            </a:lvl1pPr>
          </a:lstStyle>
          <a:p>
            <a:pPr rtl="0"/>
            <a:fld id="{8E41AB9B-16BF-4ECF-B92C-3E61E5BECA90}" type="datetime1">
              <a:rPr lang="es-ES" noProof="0" smtClean="0"/>
              <a:t>29/05/2024</a:t>
            </a:fld>
            <a:endParaRPr lang="es-ES" noProof="0" dirty="0"/>
          </a:p>
        </p:txBody>
      </p:sp>
      <p:sp>
        <p:nvSpPr>
          <p:cNvPr id="4" name="Marcador de posición de imagen de diapositiva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pPr rtl="0"/>
            <a:endParaRPr lang="es-ES" noProof="0" dirty="0"/>
          </a:p>
        </p:txBody>
      </p:sp>
      <p:sp>
        <p:nvSpPr>
          <p:cNvPr id="5" name="Marcador de posición de notas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rtl="0"/>
            <a:r>
              <a:rPr lang="es-ES" noProof="0" dirty="0"/>
              <a:t>Haga clic para modificar los estilos de texto del patrón</a:t>
            </a:r>
          </a:p>
          <a:p>
            <a:pPr lvl="1" rtl="0"/>
            <a:r>
              <a:rPr lang="es-ES" noProof="0" dirty="0"/>
              <a:t>Segundo nivel</a:t>
            </a:r>
          </a:p>
          <a:p>
            <a:pPr lvl="2" rtl="0"/>
            <a:r>
              <a:rPr lang="es-ES" noProof="0" dirty="0"/>
              <a:t>Tercer nivel</a:t>
            </a:r>
          </a:p>
          <a:p>
            <a:pPr lvl="3" rtl="0"/>
            <a:r>
              <a:rPr lang="es-ES" noProof="0" dirty="0"/>
              <a:t>Cuarto nivel</a:t>
            </a:r>
          </a:p>
          <a:p>
            <a:pPr lvl="4" rtl="0"/>
            <a:r>
              <a:rPr lang="es-ES" noProof="0" dirty="0"/>
              <a:t>Quinto nivel</a:t>
            </a:r>
          </a:p>
        </p:txBody>
      </p:sp>
      <p:sp>
        <p:nvSpPr>
          <p:cNvPr id="6" name="Marcador de posición de pie de página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solidFill>
                  <a:schemeClr val="tx1"/>
                </a:solidFill>
              </a:defRPr>
            </a:lvl1pPr>
          </a:lstStyle>
          <a:p>
            <a:pPr rtl="0"/>
            <a:endParaRPr lang="es-ES" noProof="0" dirty="0"/>
          </a:p>
        </p:txBody>
      </p:sp>
      <p:sp>
        <p:nvSpPr>
          <p:cNvPr id="7" name="Marcador de posición de número de diapositiva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solidFill>
                  <a:schemeClr val="tx1"/>
                </a:solidFill>
              </a:defRPr>
            </a:lvl1pPr>
          </a:lstStyle>
          <a:p>
            <a:pPr rtl="0"/>
            <a:fld id="{841221E5-7225-48EB-A4EE-420E7BFCF705}" type="slidenum">
              <a:rPr lang="es-ES" noProof="0" smtClean="0"/>
              <a:pPr rtl="0"/>
              <a:t>‹Nº›</a:t>
            </a:fld>
            <a:endParaRPr lang="es-ES" noProof="0" dirty="0"/>
          </a:p>
        </p:txBody>
      </p:sp>
    </p:spTree>
    <p:extLst>
      <p:ext uri="{BB962C8B-B14F-4D97-AF65-F5344CB8AC3E}">
        <p14:creationId xmlns:p14="http://schemas.microsoft.com/office/powerpoint/2010/main" val="1556669918"/>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2"/>
        </a:solidFill>
        <a:latin typeface="+mn-lt"/>
        <a:ea typeface="+mn-ea"/>
        <a:cs typeface="+mn-cs"/>
      </a:defRPr>
    </a:lvl1pPr>
    <a:lvl2pPr marL="457200" algn="l" defTabSz="914400" rtl="0" eaLnBrk="1" latinLnBrk="0" hangingPunct="1">
      <a:defRPr sz="1200" kern="1200">
        <a:solidFill>
          <a:schemeClr val="tx2"/>
        </a:solidFill>
        <a:latin typeface="+mn-lt"/>
        <a:ea typeface="+mn-ea"/>
        <a:cs typeface="+mn-cs"/>
      </a:defRPr>
    </a:lvl2pPr>
    <a:lvl3pPr marL="914400" algn="l" defTabSz="914400" rtl="0" eaLnBrk="1" latinLnBrk="0" hangingPunct="1">
      <a:defRPr sz="1200" kern="1200">
        <a:solidFill>
          <a:schemeClr val="tx2"/>
        </a:solidFill>
        <a:latin typeface="+mn-lt"/>
        <a:ea typeface="+mn-ea"/>
        <a:cs typeface="+mn-cs"/>
      </a:defRPr>
    </a:lvl3pPr>
    <a:lvl4pPr marL="1371600" algn="l" defTabSz="914400" rtl="0" eaLnBrk="1" latinLnBrk="0" hangingPunct="1">
      <a:defRPr sz="1200" kern="1200">
        <a:solidFill>
          <a:schemeClr val="tx2"/>
        </a:solidFill>
        <a:latin typeface="+mn-lt"/>
        <a:ea typeface="+mn-ea"/>
        <a:cs typeface="+mn-cs"/>
      </a:defRPr>
    </a:lvl4pPr>
    <a:lvl5pPr marL="1828800" algn="l" defTabSz="914400" rtl="0" eaLnBrk="1" latinLnBrk="0" hangingPunct="1">
      <a:defRPr sz="1200" kern="1200">
        <a:solidFill>
          <a:schemeClr val="tx2"/>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pPr rtl="0"/>
            <a:fld id="{841221E5-7225-48EB-A4EE-420E7BFCF705}" type="slidenum">
              <a:rPr lang="es-ES" smtClean="0"/>
              <a:pPr rtl="0"/>
              <a:t>1</a:t>
            </a:fld>
            <a:endParaRPr lang="es-ES" dirty="0"/>
          </a:p>
        </p:txBody>
      </p:sp>
    </p:spTree>
    <p:extLst>
      <p:ext uri="{BB962C8B-B14F-4D97-AF65-F5344CB8AC3E}">
        <p14:creationId xmlns:p14="http://schemas.microsoft.com/office/powerpoint/2010/main" val="4008000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pPr rtl="0"/>
            <a:fld id="{841221E5-7225-48EB-A4EE-420E7BFCF705}" type="slidenum">
              <a:rPr lang="es-ES" smtClean="0"/>
              <a:pPr rtl="0"/>
              <a:t>3</a:t>
            </a:fld>
            <a:endParaRPr lang="es-ES" dirty="0"/>
          </a:p>
        </p:txBody>
      </p:sp>
    </p:spTree>
    <p:extLst>
      <p:ext uri="{BB962C8B-B14F-4D97-AF65-F5344CB8AC3E}">
        <p14:creationId xmlns:p14="http://schemas.microsoft.com/office/powerpoint/2010/main" val="20839898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pPr rtl="0"/>
            <a:fld id="{841221E5-7225-48EB-A4EE-420E7BFCF705}" type="slidenum">
              <a:rPr lang="es-ES" smtClean="0"/>
              <a:pPr rtl="0"/>
              <a:t>4</a:t>
            </a:fld>
            <a:endParaRPr lang="es-ES" dirty="0"/>
          </a:p>
        </p:txBody>
      </p:sp>
    </p:spTree>
    <p:extLst>
      <p:ext uri="{BB962C8B-B14F-4D97-AF65-F5344CB8AC3E}">
        <p14:creationId xmlns:p14="http://schemas.microsoft.com/office/powerpoint/2010/main" val="7063384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pPr rtl="0"/>
            <a:fld id="{841221E5-7225-48EB-A4EE-420E7BFCF705}" type="slidenum">
              <a:rPr lang="es-ES" smtClean="0"/>
              <a:pPr rtl="0"/>
              <a:t>5</a:t>
            </a:fld>
            <a:endParaRPr lang="es-ES" dirty="0"/>
          </a:p>
        </p:txBody>
      </p:sp>
    </p:spTree>
    <p:extLst>
      <p:ext uri="{BB962C8B-B14F-4D97-AF65-F5344CB8AC3E}">
        <p14:creationId xmlns:p14="http://schemas.microsoft.com/office/powerpoint/2010/main" val="9495243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pPr rtl="0"/>
            <a:fld id="{841221E5-7225-48EB-A4EE-420E7BFCF705}" type="slidenum">
              <a:rPr lang="es-ES" smtClean="0"/>
              <a:pPr rtl="0"/>
              <a:t>6</a:t>
            </a:fld>
            <a:endParaRPr lang="es-ES" dirty="0"/>
          </a:p>
        </p:txBody>
      </p:sp>
    </p:spTree>
    <p:extLst>
      <p:ext uri="{BB962C8B-B14F-4D97-AF65-F5344CB8AC3E}">
        <p14:creationId xmlns:p14="http://schemas.microsoft.com/office/powerpoint/2010/main" val="31083769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pPr rtl="0"/>
            <a:fld id="{841221E5-7225-48EB-A4EE-420E7BFCF705}" type="slidenum">
              <a:rPr lang="es-ES" smtClean="0"/>
              <a:pPr rtl="0"/>
              <a:t>7</a:t>
            </a:fld>
            <a:endParaRPr lang="es-ES" dirty="0"/>
          </a:p>
        </p:txBody>
      </p:sp>
    </p:spTree>
    <p:extLst>
      <p:ext uri="{BB962C8B-B14F-4D97-AF65-F5344CB8AC3E}">
        <p14:creationId xmlns:p14="http://schemas.microsoft.com/office/powerpoint/2010/main" val="14230672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pPr rtl="0"/>
            <a:fld id="{841221E5-7225-48EB-A4EE-420E7BFCF705}" type="slidenum">
              <a:rPr lang="es-ES" smtClean="0"/>
              <a:pPr rtl="0"/>
              <a:t>8</a:t>
            </a:fld>
            <a:endParaRPr lang="es-ES" dirty="0"/>
          </a:p>
        </p:txBody>
      </p:sp>
    </p:spTree>
    <p:extLst>
      <p:ext uri="{BB962C8B-B14F-4D97-AF65-F5344CB8AC3E}">
        <p14:creationId xmlns:p14="http://schemas.microsoft.com/office/powerpoint/2010/main" val="93420622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pPr rtl="0"/>
            <a:fld id="{841221E5-7225-48EB-A4EE-420E7BFCF705}" type="slidenum">
              <a:rPr lang="es-ES" smtClean="0"/>
              <a:pPr rtl="0"/>
              <a:t>9</a:t>
            </a:fld>
            <a:endParaRPr lang="es-ES" dirty="0"/>
          </a:p>
        </p:txBody>
      </p:sp>
    </p:spTree>
    <p:extLst>
      <p:ext uri="{BB962C8B-B14F-4D97-AF65-F5344CB8AC3E}">
        <p14:creationId xmlns:p14="http://schemas.microsoft.com/office/powerpoint/2010/main" val="5199696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pPr rtl="0"/>
            <a:fld id="{841221E5-7225-48EB-A4EE-420E7BFCF705}" type="slidenum">
              <a:rPr lang="es-ES" smtClean="0"/>
              <a:pPr rtl="0"/>
              <a:t>10</a:t>
            </a:fld>
            <a:endParaRPr lang="es-ES" dirty="0"/>
          </a:p>
        </p:txBody>
      </p:sp>
    </p:spTree>
    <p:extLst>
      <p:ext uri="{BB962C8B-B14F-4D97-AF65-F5344CB8AC3E}">
        <p14:creationId xmlns:p14="http://schemas.microsoft.com/office/powerpoint/2010/main" val="24528497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sp>
        <p:nvSpPr>
          <p:cNvPr id="8" name="Rectángulo 7"/>
          <p:cNvSpPr/>
          <p:nvPr/>
        </p:nvSpPr>
        <p:spPr bwMode="ltGray">
          <a:xfrm>
            <a:off x="11579384" y="5638800"/>
            <a:ext cx="609441" cy="1219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rtl="0"/>
            <a:endParaRPr lang="es-ES" noProof="0" dirty="0"/>
          </a:p>
        </p:txBody>
      </p:sp>
      <p:sp>
        <p:nvSpPr>
          <p:cNvPr id="9" name="Rectángulo 8"/>
          <p:cNvSpPr/>
          <p:nvPr/>
        </p:nvSpPr>
        <p:spPr bwMode="gray">
          <a:xfrm>
            <a:off x="11274663" y="5638800"/>
            <a:ext cx="304721" cy="12192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rtl="0"/>
            <a:endParaRPr lang="es-ES" noProof="0" dirty="0"/>
          </a:p>
        </p:txBody>
      </p:sp>
      <p:sp>
        <p:nvSpPr>
          <p:cNvPr id="10" name="Rectángulo 9"/>
          <p:cNvSpPr/>
          <p:nvPr/>
        </p:nvSpPr>
        <p:spPr bwMode="ltGray">
          <a:xfrm>
            <a:off x="1218883" y="0"/>
            <a:ext cx="60944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rtl="0"/>
            <a:endParaRPr lang="es-ES" noProof="0" dirty="0"/>
          </a:p>
        </p:txBody>
      </p:sp>
      <p:sp>
        <p:nvSpPr>
          <p:cNvPr id="11" name="Rectángulo 10"/>
          <p:cNvSpPr/>
          <p:nvPr/>
        </p:nvSpPr>
        <p:spPr bwMode="gray">
          <a:xfrm>
            <a:off x="0" y="0"/>
            <a:ext cx="1218883" cy="6858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rtl="0"/>
            <a:endParaRPr lang="es-ES" noProof="0" dirty="0"/>
          </a:p>
        </p:txBody>
      </p:sp>
      <p:sp>
        <p:nvSpPr>
          <p:cNvPr id="12" name="Rectángulo 11"/>
          <p:cNvSpPr/>
          <p:nvPr/>
        </p:nvSpPr>
        <p:spPr bwMode="ltGray">
          <a:xfrm>
            <a:off x="0" y="5638800"/>
            <a:ext cx="12188825" cy="1219200"/>
          </a:xfrm>
          <a:prstGeom prst="rect">
            <a:avLst/>
          </a:prstGeom>
          <a:solidFill>
            <a:schemeClr val="accent1">
              <a:lumMod val="75000"/>
              <a:alpha val="5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rtl="0"/>
            <a:endParaRPr lang="es-ES" noProof="0" dirty="0"/>
          </a:p>
        </p:txBody>
      </p:sp>
      <p:cxnSp>
        <p:nvCxnSpPr>
          <p:cNvPr id="13" name="Conector recto 12"/>
          <p:cNvCxnSpPr/>
          <p:nvPr/>
        </p:nvCxnSpPr>
        <p:spPr bwMode="white">
          <a:xfrm>
            <a:off x="11573293" y="5638800"/>
            <a:ext cx="0" cy="121920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4" name="Rectángulo 13"/>
          <p:cNvSpPr/>
          <p:nvPr/>
        </p:nvSpPr>
        <p:spPr bwMode="black">
          <a:xfrm>
            <a:off x="0" y="5643132"/>
            <a:ext cx="1216152" cy="1214868"/>
          </a:xfrm>
          <a:prstGeom prst="rect">
            <a:avLst/>
          </a:prstGeom>
          <a:solidFill>
            <a:schemeClr val="accent1">
              <a:lumMod val="50000"/>
              <a:alpha val="7490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rtl="0"/>
            <a:endParaRPr lang="es-ES" noProof="0" dirty="0"/>
          </a:p>
        </p:txBody>
      </p:sp>
      <p:cxnSp>
        <p:nvCxnSpPr>
          <p:cNvPr id="15" name="Conector recto 14"/>
          <p:cNvCxnSpPr/>
          <p:nvPr/>
        </p:nvCxnSpPr>
        <p:spPr bwMode="white">
          <a:xfrm>
            <a:off x="1218884" y="0"/>
            <a:ext cx="0" cy="685800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6" name="Conector recto 15"/>
          <p:cNvCxnSpPr/>
          <p:nvPr/>
        </p:nvCxnSpPr>
        <p:spPr bwMode="white">
          <a:xfrm>
            <a:off x="0" y="5631204"/>
            <a:ext cx="1828325"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7" name="Pi"/>
          <p:cNvSpPr>
            <a:spLocks/>
          </p:cNvSpPr>
          <p:nvPr/>
        </p:nvSpPr>
        <p:spPr bwMode="white">
          <a:xfrm>
            <a:off x="276462" y="6032500"/>
            <a:ext cx="593189" cy="519176"/>
          </a:xfrm>
          <a:custGeom>
            <a:avLst/>
            <a:gdLst>
              <a:gd name="T0" fmla="*/ 411 w 426"/>
              <a:gd name="T1" fmla="*/ 0 h 372"/>
              <a:gd name="T2" fmla="*/ 90 w 426"/>
              <a:gd name="T3" fmla="*/ 0 h 372"/>
              <a:gd name="T4" fmla="*/ 3 w 426"/>
              <a:gd name="T5" fmla="*/ 64 h 372"/>
              <a:gd name="T6" fmla="*/ 12 w 426"/>
              <a:gd name="T7" fmla="*/ 83 h 372"/>
              <a:gd name="T8" fmla="*/ 17 w 426"/>
              <a:gd name="T9" fmla="*/ 83 h 372"/>
              <a:gd name="T10" fmla="*/ 31 w 426"/>
              <a:gd name="T11" fmla="*/ 73 h 372"/>
              <a:gd name="T12" fmla="*/ 90 w 426"/>
              <a:gd name="T13" fmla="*/ 30 h 372"/>
              <a:gd name="T14" fmla="*/ 131 w 426"/>
              <a:gd name="T15" fmla="*/ 30 h 372"/>
              <a:gd name="T16" fmla="*/ 61 w 426"/>
              <a:gd name="T17" fmla="*/ 334 h 372"/>
              <a:gd name="T18" fmla="*/ 61 w 426"/>
              <a:gd name="T19" fmla="*/ 355 h 372"/>
              <a:gd name="T20" fmla="*/ 72 w 426"/>
              <a:gd name="T21" fmla="*/ 359 h 372"/>
              <a:gd name="T22" fmla="*/ 83 w 426"/>
              <a:gd name="T23" fmla="*/ 355 h 372"/>
              <a:gd name="T24" fmla="*/ 161 w 426"/>
              <a:gd name="T25" fmla="*/ 30 h 372"/>
              <a:gd name="T26" fmla="*/ 272 w 426"/>
              <a:gd name="T27" fmla="*/ 30 h 372"/>
              <a:gd name="T28" fmla="*/ 253 w 426"/>
              <a:gd name="T29" fmla="*/ 270 h 372"/>
              <a:gd name="T30" fmla="*/ 277 w 426"/>
              <a:gd name="T31" fmla="*/ 355 h 372"/>
              <a:gd name="T32" fmla="*/ 322 w 426"/>
              <a:gd name="T33" fmla="*/ 372 h 372"/>
              <a:gd name="T34" fmla="*/ 335 w 426"/>
              <a:gd name="T35" fmla="*/ 371 h 372"/>
              <a:gd name="T36" fmla="*/ 417 w 426"/>
              <a:gd name="T37" fmla="*/ 280 h 372"/>
              <a:gd name="T38" fmla="*/ 406 w 426"/>
              <a:gd name="T39" fmla="*/ 262 h 372"/>
              <a:gd name="T40" fmla="*/ 388 w 426"/>
              <a:gd name="T41" fmla="*/ 273 h 372"/>
              <a:gd name="T42" fmla="*/ 331 w 426"/>
              <a:gd name="T43" fmla="*/ 341 h 372"/>
              <a:gd name="T44" fmla="*/ 298 w 426"/>
              <a:gd name="T45" fmla="*/ 333 h 372"/>
              <a:gd name="T46" fmla="*/ 283 w 426"/>
              <a:gd name="T47" fmla="*/ 272 h 372"/>
              <a:gd name="T48" fmla="*/ 302 w 426"/>
              <a:gd name="T49" fmla="*/ 30 h 372"/>
              <a:gd name="T50" fmla="*/ 411 w 426"/>
              <a:gd name="T51" fmla="*/ 30 h 372"/>
              <a:gd name="T52" fmla="*/ 426 w 426"/>
              <a:gd name="T53" fmla="*/ 15 h 372"/>
              <a:gd name="T54" fmla="*/ 411 w 426"/>
              <a:gd name="T55" fmla="*/ 0 h 3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426" h="372">
                <a:moveTo>
                  <a:pt x="411" y="0"/>
                </a:moveTo>
                <a:cubicBezTo>
                  <a:pt x="90" y="0"/>
                  <a:pt x="90" y="0"/>
                  <a:pt x="90" y="0"/>
                </a:cubicBezTo>
                <a:cubicBezTo>
                  <a:pt x="25" y="0"/>
                  <a:pt x="4" y="61"/>
                  <a:pt x="3" y="64"/>
                </a:cubicBezTo>
                <a:cubicBezTo>
                  <a:pt x="0" y="71"/>
                  <a:pt x="4" y="80"/>
                  <a:pt x="12" y="83"/>
                </a:cubicBezTo>
                <a:cubicBezTo>
                  <a:pt x="14" y="83"/>
                  <a:pt x="15" y="83"/>
                  <a:pt x="17" y="83"/>
                </a:cubicBezTo>
                <a:cubicBezTo>
                  <a:pt x="23" y="83"/>
                  <a:pt x="29" y="80"/>
                  <a:pt x="31" y="73"/>
                </a:cubicBezTo>
                <a:cubicBezTo>
                  <a:pt x="31" y="73"/>
                  <a:pt x="46" y="30"/>
                  <a:pt x="90" y="30"/>
                </a:cubicBezTo>
                <a:cubicBezTo>
                  <a:pt x="131" y="30"/>
                  <a:pt x="131" y="30"/>
                  <a:pt x="131" y="30"/>
                </a:cubicBezTo>
                <a:cubicBezTo>
                  <a:pt x="129" y="83"/>
                  <a:pt x="118" y="274"/>
                  <a:pt x="61" y="334"/>
                </a:cubicBezTo>
                <a:cubicBezTo>
                  <a:pt x="55" y="340"/>
                  <a:pt x="55" y="350"/>
                  <a:pt x="61" y="355"/>
                </a:cubicBezTo>
                <a:cubicBezTo>
                  <a:pt x="64" y="358"/>
                  <a:pt x="68" y="359"/>
                  <a:pt x="72" y="359"/>
                </a:cubicBezTo>
                <a:cubicBezTo>
                  <a:pt x="76" y="359"/>
                  <a:pt x="80" y="358"/>
                  <a:pt x="83" y="355"/>
                </a:cubicBezTo>
                <a:cubicBezTo>
                  <a:pt x="148" y="286"/>
                  <a:pt x="159" y="84"/>
                  <a:pt x="161" y="30"/>
                </a:cubicBezTo>
                <a:cubicBezTo>
                  <a:pt x="272" y="30"/>
                  <a:pt x="272" y="30"/>
                  <a:pt x="272" y="30"/>
                </a:cubicBezTo>
                <a:cubicBezTo>
                  <a:pt x="253" y="270"/>
                  <a:pt x="253" y="270"/>
                  <a:pt x="253" y="270"/>
                </a:cubicBezTo>
                <a:cubicBezTo>
                  <a:pt x="253" y="272"/>
                  <a:pt x="248" y="327"/>
                  <a:pt x="277" y="355"/>
                </a:cubicBezTo>
                <a:cubicBezTo>
                  <a:pt x="289" y="366"/>
                  <a:pt x="304" y="372"/>
                  <a:pt x="322" y="372"/>
                </a:cubicBezTo>
                <a:cubicBezTo>
                  <a:pt x="326" y="372"/>
                  <a:pt x="330" y="372"/>
                  <a:pt x="335" y="371"/>
                </a:cubicBezTo>
                <a:cubicBezTo>
                  <a:pt x="398" y="362"/>
                  <a:pt x="416" y="283"/>
                  <a:pt x="417" y="280"/>
                </a:cubicBezTo>
                <a:cubicBezTo>
                  <a:pt x="419" y="271"/>
                  <a:pt x="414" y="264"/>
                  <a:pt x="406" y="262"/>
                </a:cubicBezTo>
                <a:cubicBezTo>
                  <a:pt x="398" y="260"/>
                  <a:pt x="390" y="265"/>
                  <a:pt x="388" y="273"/>
                </a:cubicBezTo>
                <a:cubicBezTo>
                  <a:pt x="388" y="274"/>
                  <a:pt x="373" y="335"/>
                  <a:pt x="331" y="341"/>
                </a:cubicBezTo>
                <a:cubicBezTo>
                  <a:pt x="316" y="343"/>
                  <a:pt x="306" y="341"/>
                  <a:pt x="298" y="333"/>
                </a:cubicBezTo>
                <a:cubicBezTo>
                  <a:pt x="282" y="318"/>
                  <a:pt x="282" y="284"/>
                  <a:pt x="283" y="272"/>
                </a:cubicBezTo>
                <a:cubicBezTo>
                  <a:pt x="302" y="30"/>
                  <a:pt x="302" y="30"/>
                  <a:pt x="302" y="30"/>
                </a:cubicBezTo>
                <a:cubicBezTo>
                  <a:pt x="411" y="30"/>
                  <a:pt x="411" y="30"/>
                  <a:pt x="411" y="30"/>
                </a:cubicBezTo>
                <a:cubicBezTo>
                  <a:pt x="419" y="30"/>
                  <a:pt x="426" y="24"/>
                  <a:pt x="426" y="15"/>
                </a:cubicBezTo>
                <a:cubicBezTo>
                  <a:pt x="426" y="7"/>
                  <a:pt x="419" y="0"/>
                  <a:pt x="411" y="0"/>
                </a:cubicBezTo>
                <a:close/>
              </a:path>
            </a:pathLst>
          </a:custGeom>
          <a:solidFill>
            <a:schemeClr val="bg1"/>
          </a:solidFill>
          <a:ln>
            <a:solidFill>
              <a:schemeClr val="bg1"/>
            </a:solidFill>
          </a:ln>
        </p:spPr>
        <p:txBody>
          <a:bodyPr vert="horz" wrap="square" lIns="121899" tIns="60949" rIns="121899" bIns="60949" numCol="1" rtlCol="0" anchor="t" anchorCtr="0" compatLnSpc="1">
            <a:prstTxWarp prst="textNoShape">
              <a:avLst/>
            </a:prstTxWarp>
          </a:bodyPr>
          <a:lstStyle/>
          <a:p>
            <a:pPr rtl="0"/>
            <a:endParaRPr lang="es-ES" noProof="0" dirty="0"/>
          </a:p>
        </p:txBody>
      </p:sp>
      <p:sp>
        <p:nvSpPr>
          <p:cNvPr id="2" name="Título 1"/>
          <p:cNvSpPr>
            <a:spLocks noGrp="1"/>
          </p:cNvSpPr>
          <p:nvPr>
            <p:ph type="ctrTitle"/>
          </p:nvPr>
        </p:nvSpPr>
        <p:spPr>
          <a:xfrm>
            <a:off x="2428669" y="1600200"/>
            <a:ext cx="8329031" cy="2680127"/>
          </a:xfrm>
        </p:spPr>
        <p:txBody>
          <a:bodyPr rtlCol="0">
            <a:noAutofit/>
          </a:bodyPr>
          <a:lstStyle>
            <a:lvl1pPr>
              <a:defRPr sz="5400"/>
            </a:lvl1pPr>
          </a:lstStyle>
          <a:p>
            <a:pPr rtl="0"/>
            <a:r>
              <a:rPr lang="es-ES" noProof="0"/>
              <a:t>Haga clic para modificar el estilo de título del patrón</a:t>
            </a:r>
            <a:endParaRPr lang="es-ES" noProof="0" dirty="0"/>
          </a:p>
        </p:txBody>
      </p:sp>
      <p:sp>
        <p:nvSpPr>
          <p:cNvPr id="3" name="Subtítulo 2"/>
          <p:cNvSpPr>
            <a:spLocks noGrp="1"/>
          </p:cNvSpPr>
          <p:nvPr>
            <p:ph type="subTitle" idx="1"/>
          </p:nvPr>
        </p:nvSpPr>
        <p:spPr>
          <a:xfrm>
            <a:off x="2428669" y="4344915"/>
            <a:ext cx="7516442" cy="1116085"/>
          </a:xfrm>
        </p:spPr>
        <p:txBody>
          <a:bodyPr rtlCol="0">
            <a:normAutofit/>
          </a:bodyPr>
          <a:lstStyle>
            <a:lvl1pPr marL="0" indent="0" algn="l">
              <a:spcBef>
                <a:spcPts val="0"/>
              </a:spcBef>
              <a:buNone/>
              <a:defRPr sz="32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rtl="0"/>
            <a:r>
              <a:rPr lang="es-ES" noProof="0"/>
              <a:t>Haga clic para modificar el estilo de subtítulo del patrón</a:t>
            </a:r>
            <a:endParaRPr lang="es-ES" noProof="0" dirty="0"/>
          </a:p>
        </p:txBody>
      </p:sp>
      <p:sp>
        <p:nvSpPr>
          <p:cNvPr id="4" name="Marcador de posición de fecha 3"/>
          <p:cNvSpPr>
            <a:spLocks noGrp="1"/>
          </p:cNvSpPr>
          <p:nvPr>
            <p:ph type="dt" sz="half" idx="10"/>
          </p:nvPr>
        </p:nvSpPr>
        <p:spPr/>
        <p:txBody>
          <a:bodyPr rtlCol="0"/>
          <a:lstStyle>
            <a:lvl1pPr>
              <a:defRPr baseline="0">
                <a:solidFill>
                  <a:schemeClr val="tx2"/>
                </a:solidFill>
              </a:defRPr>
            </a:lvl1pPr>
          </a:lstStyle>
          <a:p>
            <a:pPr rtl="0"/>
            <a:fld id="{466E6084-0988-49B4-BD4E-1264194D9864}" type="datetime1">
              <a:rPr lang="es-ES" noProof="0" smtClean="0"/>
              <a:t>29/05/2024</a:t>
            </a:fld>
            <a:endParaRPr lang="es-ES" noProof="0" dirty="0"/>
          </a:p>
        </p:txBody>
      </p:sp>
      <p:sp>
        <p:nvSpPr>
          <p:cNvPr id="5" name="Marcador de posición de pie de página 4"/>
          <p:cNvSpPr>
            <a:spLocks noGrp="1"/>
          </p:cNvSpPr>
          <p:nvPr>
            <p:ph type="ftr" sz="quarter" idx="11"/>
          </p:nvPr>
        </p:nvSpPr>
        <p:spPr/>
        <p:txBody>
          <a:bodyPr rtlCol="0"/>
          <a:lstStyle>
            <a:lvl1pPr>
              <a:defRPr baseline="0">
                <a:solidFill>
                  <a:schemeClr val="tx2"/>
                </a:solidFill>
              </a:defRPr>
            </a:lvl1pPr>
          </a:lstStyle>
          <a:p>
            <a:pPr rtl="0"/>
            <a:r>
              <a:rPr lang="es-ES" noProof="0" dirty="0"/>
              <a:t>Agregar un pie de página</a:t>
            </a:r>
          </a:p>
        </p:txBody>
      </p:sp>
      <p:sp>
        <p:nvSpPr>
          <p:cNvPr id="6" name="Marcador de posición de número de diapositiva 5"/>
          <p:cNvSpPr>
            <a:spLocks noGrp="1"/>
          </p:cNvSpPr>
          <p:nvPr>
            <p:ph type="sldNum" sz="quarter" idx="12"/>
          </p:nvPr>
        </p:nvSpPr>
        <p:spPr>
          <a:xfrm>
            <a:off x="10666412" y="6356351"/>
            <a:ext cx="609441" cy="365125"/>
          </a:xfrm>
        </p:spPr>
        <p:txBody>
          <a:bodyPr rtlCol="0"/>
          <a:lstStyle>
            <a:lvl1pPr>
              <a:defRPr baseline="0">
                <a:solidFill>
                  <a:schemeClr val="tx2"/>
                </a:solidFill>
              </a:defRPr>
            </a:lvl1pPr>
          </a:lstStyle>
          <a:p>
            <a:pPr rtl="0"/>
            <a:fld id="{7DC1BBB0-96F0-4077-A278-0F3FB5C104D3}" type="slidenum">
              <a:rPr lang="es-ES" noProof="0" smtClean="0"/>
              <a:pPr rtl="0"/>
              <a:t>‹Nº›</a:t>
            </a:fld>
            <a:endParaRPr lang="es-ES" noProof="0" dirty="0"/>
          </a:p>
        </p:txBody>
      </p:sp>
    </p:spTree>
    <p:extLst>
      <p:ext uri="{BB962C8B-B14F-4D97-AF65-F5344CB8AC3E}">
        <p14:creationId xmlns:p14="http://schemas.microsoft.com/office/powerpoint/2010/main" val="3817955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ítulo y contenido">
    <p:spTree>
      <p:nvGrpSpPr>
        <p:cNvPr id="1" name=""/>
        <p:cNvGrpSpPr/>
        <p:nvPr/>
      </p:nvGrpSpPr>
      <p:grpSpPr>
        <a:xfrm>
          <a:off x="0" y="0"/>
          <a:ext cx="0" cy="0"/>
          <a:chOff x="0" y="0"/>
          <a:chExt cx="0" cy="0"/>
        </a:xfrm>
      </p:grpSpPr>
      <p:sp>
        <p:nvSpPr>
          <p:cNvPr id="2" name="Título 1"/>
          <p:cNvSpPr>
            <a:spLocks noGrp="1"/>
          </p:cNvSpPr>
          <p:nvPr>
            <p:ph type="title"/>
          </p:nvPr>
        </p:nvSpPr>
        <p:spPr/>
        <p:txBody>
          <a:bodyPr rtlCol="0"/>
          <a:lstStyle/>
          <a:p>
            <a:pPr rtl="0"/>
            <a:r>
              <a:rPr lang="es-ES" noProof="0"/>
              <a:t>Haga clic para modificar el estilo de título del patrón</a:t>
            </a:r>
            <a:endParaRPr lang="es-ES" noProof="0" dirty="0"/>
          </a:p>
        </p:txBody>
      </p:sp>
      <p:sp>
        <p:nvSpPr>
          <p:cNvPr id="3" name="Marcador de posición de contenido 2"/>
          <p:cNvSpPr>
            <a:spLocks noGrp="1"/>
          </p:cNvSpPr>
          <p:nvPr>
            <p:ph idx="1"/>
          </p:nvPr>
        </p:nvSpPr>
        <p:spPr/>
        <p:txBody>
          <a:bodyPr rtlCol="0"/>
          <a:lstStyle>
            <a:lvl5pPr>
              <a:defRPr/>
            </a:lvl5pPr>
            <a:lvl6pPr>
              <a:defRPr/>
            </a:lvl6pPr>
            <a:lvl7pPr>
              <a:defRPr/>
            </a:lvl7pPr>
            <a:lvl8pPr>
              <a:defRPr/>
            </a:lvl8pPr>
            <a:lvl9pPr>
              <a:defRPr/>
            </a:lvl9p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endParaRPr lang="es-ES" noProof="0" dirty="0"/>
          </a:p>
        </p:txBody>
      </p:sp>
      <p:sp>
        <p:nvSpPr>
          <p:cNvPr id="4" name="Marcador de posición de fecha 3"/>
          <p:cNvSpPr>
            <a:spLocks noGrp="1"/>
          </p:cNvSpPr>
          <p:nvPr>
            <p:ph type="dt" sz="half" idx="10"/>
          </p:nvPr>
        </p:nvSpPr>
        <p:spPr/>
        <p:txBody>
          <a:bodyPr rtlCol="0"/>
          <a:lstStyle/>
          <a:p>
            <a:pPr rtl="0"/>
            <a:fld id="{8B94D32F-F0D9-47B3-AAC6-D43DC057831A}" type="datetime1">
              <a:rPr lang="es-ES" noProof="0" smtClean="0"/>
              <a:t>29/05/2024</a:t>
            </a:fld>
            <a:endParaRPr lang="es-ES" noProof="0" dirty="0"/>
          </a:p>
        </p:txBody>
      </p:sp>
      <p:sp>
        <p:nvSpPr>
          <p:cNvPr id="5" name="Marcador de posición de pie de página 4"/>
          <p:cNvSpPr>
            <a:spLocks noGrp="1"/>
          </p:cNvSpPr>
          <p:nvPr>
            <p:ph type="ftr" sz="quarter" idx="11"/>
          </p:nvPr>
        </p:nvSpPr>
        <p:spPr/>
        <p:txBody>
          <a:bodyPr rtlCol="0"/>
          <a:lstStyle/>
          <a:p>
            <a:pPr rtl="0"/>
            <a:r>
              <a:rPr lang="es-ES" noProof="0" dirty="0"/>
              <a:t>Agregar un pie de página</a:t>
            </a:r>
          </a:p>
        </p:txBody>
      </p:sp>
      <p:sp>
        <p:nvSpPr>
          <p:cNvPr id="6" name="Marcador de posición de número de diapositiva 5"/>
          <p:cNvSpPr>
            <a:spLocks noGrp="1"/>
          </p:cNvSpPr>
          <p:nvPr>
            <p:ph type="sldNum" sz="quarter" idx="12"/>
          </p:nvPr>
        </p:nvSpPr>
        <p:spPr/>
        <p:txBody>
          <a:bodyPr rtlCol="0"/>
          <a:lstStyle/>
          <a:p>
            <a:pPr rtl="0"/>
            <a:fld id="{7DC1BBB0-96F0-4077-A278-0F3FB5C104D3}" type="slidenum">
              <a:rPr lang="es-ES" noProof="0"/>
              <a:t>‹Nº›</a:t>
            </a:fld>
            <a:endParaRPr lang="es-ES" noProof="0" dirty="0"/>
          </a:p>
        </p:txBody>
      </p:sp>
    </p:spTree>
    <p:extLst>
      <p:ext uri="{BB962C8B-B14F-4D97-AF65-F5344CB8AC3E}">
        <p14:creationId xmlns:p14="http://schemas.microsoft.com/office/powerpoint/2010/main" val="21855328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Encabezado de sección">
    <p:spTree>
      <p:nvGrpSpPr>
        <p:cNvPr id="1" name=""/>
        <p:cNvGrpSpPr/>
        <p:nvPr/>
      </p:nvGrpSpPr>
      <p:grpSpPr>
        <a:xfrm>
          <a:off x="0" y="0"/>
          <a:ext cx="0" cy="0"/>
          <a:chOff x="0" y="0"/>
          <a:chExt cx="0" cy="0"/>
        </a:xfrm>
      </p:grpSpPr>
      <p:sp>
        <p:nvSpPr>
          <p:cNvPr id="19" name="Rectángulo 18"/>
          <p:cNvSpPr/>
          <p:nvPr/>
        </p:nvSpPr>
        <p:spPr bwMode="black">
          <a:xfrm>
            <a:off x="11579384" y="5638800"/>
            <a:ext cx="609441" cy="1219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rtl="0"/>
            <a:endParaRPr lang="es-ES" noProof="0" dirty="0"/>
          </a:p>
        </p:txBody>
      </p:sp>
      <p:sp>
        <p:nvSpPr>
          <p:cNvPr id="20" name="Rectángulo 19"/>
          <p:cNvSpPr/>
          <p:nvPr/>
        </p:nvSpPr>
        <p:spPr bwMode="gray">
          <a:xfrm>
            <a:off x="11274663" y="5638800"/>
            <a:ext cx="304721" cy="12192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rtl="0"/>
            <a:endParaRPr lang="es-ES" noProof="0" dirty="0"/>
          </a:p>
        </p:txBody>
      </p:sp>
      <p:sp>
        <p:nvSpPr>
          <p:cNvPr id="24" name="Rectángulo 23"/>
          <p:cNvSpPr/>
          <p:nvPr/>
        </p:nvSpPr>
        <p:spPr bwMode="gray">
          <a:xfrm>
            <a:off x="1216152" y="5638800"/>
            <a:ext cx="609441" cy="1219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rtl="0"/>
            <a:endParaRPr lang="es-ES" noProof="0" dirty="0"/>
          </a:p>
        </p:txBody>
      </p:sp>
      <p:sp>
        <p:nvSpPr>
          <p:cNvPr id="21" name="Rectángulo 20"/>
          <p:cNvSpPr/>
          <p:nvPr/>
        </p:nvSpPr>
        <p:spPr bwMode="ltGray">
          <a:xfrm>
            <a:off x="0" y="5638800"/>
            <a:ext cx="12188825" cy="1219200"/>
          </a:xfrm>
          <a:prstGeom prst="rect">
            <a:avLst/>
          </a:prstGeom>
          <a:solidFill>
            <a:schemeClr val="accent1">
              <a:lumMod val="75000"/>
              <a:alpha val="5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rtl="0"/>
            <a:endParaRPr lang="es-ES" noProof="0" dirty="0"/>
          </a:p>
        </p:txBody>
      </p:sp>
      <p:cxnSp>
        <p:nvCxnSpPr>
          <p:cNvPr id="22" name="Conector recto 21"/>
          <p:cNvCxnSpPr/>
          <p:nvPr/>
        </p:nvCxnSpPr>
        <p:spPr bwMode="white">
          <a:xfrm>
            <a:off x="11573293" y="5638800"/>
            <a:ext cx="0" cy="121920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6" name="Rectángulo 15"/>
          <p:cNvSpPr/>
          <p:nvPr/>
        </p:nvSpPr>
        <p:spPr bwMode="black">
          <a:xfrm>
            <a:off x="0" y="5643132"/>
            <a:ext cx="1216152" cy="1214868"/>
          </a:xfrm>
          <a:prstGeom prst="rect">
            <a:avLst/>
          </a:prstGeom>
          <a:solidFill>
            <a:schemeClr val="accent1">
              <a:lumMod val="50000"/>
              <a:alpha val="7490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rtl="0"/>
            <a:endParaRPr lang="es-ES" noProof="0" dirty="0"/>
          </a:p>
        </p:txBody>
      </p:sp>
      <p:sp>
        <p:nvSpPr>
          <p:cNvPr id="18" name="Pi"/>
          <p:cNvSpPr>
            <a:spLocks/>
          </p:cNvSpPr>
          <p:nvPr/>
        </p:nvSpPr>
        <p:spPr bwMode="white">
          <a:xfrm>
            <a:off x="276462" y="6032500"/>
            <a:ext cx="593189" cy="519176"/>
          </a:xfrm>
          <a:custGeom>
            <a:avLst/>
            <a:gdLst>
              <a:gd name="T0" fmla="*/ 411 w 426"/>
              <a:gd name="T1" fmla="*/ 0 h 372"/>
              <a:gd name="T2" fmla="*/ 90 w 426"/>
              <a:gd name="T3" fmla="*/ 0 h 372"/>
              <a:gd name="T4" fmla="*/ 3 w 426"/>
              <a:gd name="T5" fmla="*/ 64 h 372"/>
              <a:gd name="T6" fmla="*/ 12 w 426"/>
              <a:gd name="T7" fmla="*/ 83 h 372"/>
              <a:gd name="T8" fmla="*/ 17 w 426"/>
              <a:gd name="T9" fmla="*/ 83 h 372"/>
              <a:gd name="T10" fmla="*/ 31 w 426"/>
              <a:gd name="T11" fmla="*/ 73 h 372"/>
              <a:gd name="T12" fmla="*/ 90 w 426"/>
              <a:gd name="T13" fmla="*/ 30 h 372"/>
              <a:gd name="T14" fmla="*/ 131 w 426"/>
              <a:gd name="T15" fmla="*/ 30 h 372"/>
              <a:gd name="T16" fmla="*/ 61 w 426"/>
              <a:gd name="T17" fmla="*/ 334 h 372"/>
              <a:gd name="T18" fmla="*/ 61 w 426"/>
              <a:gd name="T19" fmla="*/ 355 h 372"/>
              <a:gd name="T20" fmla="*/ 72 w 426"/>
              <a:gd name="T21" fmla="*/ 359 h 372"/>
              <a:gd name="T22" fmla="*/ 83 w 426"/>
              <a:gd name="T23" fmla="*/ 355 h 372"/>
              <a:gd name="T24" fmla="*/ 161 w 426"/>
              <a:gd name="T25" fmla="*/ 30 h 372"/>
              <a:gd name="T26" fmla="*/ 272 w 426"/>
              <a:gd name="T27" fmla="*/ 30 h 372"/>
              <a:gd name="T28" fmla="*/ 253 w 426"/>
              <a:gd name="T29" fmla="*/ 270 h 372"/>
              <a:gd name="T30" fmla="*/ 277 w 426"/>
              <a:gd name="T31" fmla="*/ 355 h 372"/>
              <a:gd name="T32" fmla="*/ 322 w 426"/>
              <a:gd name="T33" fmla="*/ 372 h 372"/>
              <a:gd name="T34" fmla="*/ 335 w 426"/>
              <a:gd name="T35" fmla="*/ 371 h 372"/>
              <a:gd name="T36" fmla="*/ 417 w 426"/>
              <a:gd name="T37" fmla="*/ 280 h 372"/>
              <a:gd name="T38" fmla="*/ 406 w 426"/>
              <a:gd name="T39" fmla="*/ 262 h 372"/>
              <a:gd name="T40" fmla="*/ 388 w 426"/>
              <a:gd name="T41" fmla="*/ 273 h 372"/>
              <a:gd name="T42" fmla="*/ 331 w 426"/>
              <a:gd name="T43" fmla="*/ 341 h 372"/>
              <a:gd name="T44" fmla="*/ 298 w 426"/>
              <a:gd name="T45" fmla="*/ 333 h 372"/>
              <a:gd name="T46" fmla="*/ 283 w 426"/>
              <a:gd name="T47" fmla="*/ 272 h 372"/>
              <a:gd name="T48" fmla="*/ 302 w 426"/>
              <a:gd name="T49" fmla="*/ 30 h 372"/>
              <a:gd name="T50" fmla="*/ 411 w 426"/>
              <a:gd name="T51" fmla="*/ 30 h 372"/>
              <a:gd name="T52" fmla="*/ 426 w 426"/>
              <a:gd name="T53" fmla="*/ 15 h 372"/>
              <a:gd name="T54" fmla="*/ 411 w 426"/>
              <a:gd name="T55" fmla="*/ 0 h 3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426" h="372">
                <a:moveTo>
                  <a:pt x="411" y="0"/>
                </a:moveTo>
                <a:cubicBezTo>
                  <a:pt x="90" y="0"/>
                  <a:pt x="90" y="0"/>
                  <a:pt x="90" y="0"/>
                </a:cubicBezTo>
                <a:cubicBezTo>
                  <a:pt x="25" y="0"/>
                  <a:pt x="4" y="61"/>
                  <a:pt x="3" y="64"/>
                </a:cubicBezTo>
                <a:cubicBezTo>
                  <a:pt x="0" y="71"/>
                  <a:pt x="4" y="80"/>
                  <a:pt x="12" y="83"/>
                </a:cubicBezTo>
                <a:cubicBezTo>
                  <a:pt x="14" y="83"/>
                  <a:pt x="15" y="83"/>
                  <a:pt x="17" y="83"/>
                </a:cubicBezTo>
                <a:cubicBezTo>
                  <a:pt x="23" y="83"/>
                  <a:pt x="29" y="80"/>
                  <a:pt x="31" y="73"/>
                </a:cubicBezTo>
                <a:cubicBezTo>
                  <a:pt x="31" y="73"/>
                  <a:pt x="46" y="30"/>
                  <a:pt x="90" y="30"/>
                </a:cubicBezTo>
                <a:cubicBezTo>
                  <a:pt x="131" y="30"/>
                  <a:pt x="131" y="30"/>
                  <a:pt x="131" y="30"/>
                </a:cubicBezTo>
                <a:cubicBezTo>
                  <a:pt x="129" y="83"/>
                  <a:pt x="118" y="274"/>
                  <a:pt x="61" y="334"/>
                </a:cubicBezTo>
                <a:cubicBezTo>
                  <a:pt x="55" y="340"/>
                  <a:pt x="55" y="350"/>
                  <a:pt x="61" y="355"/>
                </a:cubicBezTo>
                <a:cubicBezTo>
                  <a:pt x="64" y="358"/>
                  <a:pt x="68" y="359"/>
                  <a:pt x="72" y="359"/>
                </a:cubicBezTo>
                <a:cubicBezTo>
                  <a:pt x="76" y="359"/>
                  <a:pt x="80" y="358"/>
                  <a:pt x="83" y="355"/>
                </a:cubicBezTo>
                <a:cubicBezTo>
                  <a:pt x="148" y="286"/>
                  <a:pt x="159" y="84"/>
                  <a:pt x="161" y="30"/>
                </a:cubicBezTo>
                <a:cubicBezTo>
                  <a:pt x="272" y="30"/>
                  <a:pt x="272" y="30"/>
                  <a:pt x="272" y="30"/>
                </a:cubicBezTo>
                <a:cubicBezTo>
                  <a:pt x="253" y="270"/>
                  <a:pt x="253" y="270"/>
                  <a:pt x="253" y="270"/>
                </a:cubicBezTo>
                <a:cubicBezTo>
                  <a:pt x="253" y="272"/>
                  <a:pt x="248" y="327"/>
                  <a:pt x="277" y="355"/>
                </a:cubicBezTo>
                <a:cubicBezTo>
                  <a:pt x="289" y="366"/>
                  <a:pt x="304" y="372"/>
                  <a:pt x="322" y="372"/>
                </a:cubicBezTo>
                <a:cubicBezTo>
                  <a:pt x="326" y="372"/>
                  <a:pt x="330" y="372"/>
                  <a:pt x="335" y="371"/>
                </a:cubicBezTo>
                <a:cubicBezTo>
                  <a:pt x="398" y="362"/>
                  <a:pt x="416" y="283"/>
                  <a:pt x="417" y="280"/>
                </a:cubicBezTo>
                <a:cubicBezTo>
                  <a:pt x="419" y="271"/>
                  <a:pt x="414" y="264"/>
                  <a:pt x="406" y="262"/>
                </a:cubicBezTo>
                <a:cubicBezTo>
                  <a:pt x="398" y="260"/>
                  <a:pt x="390" y="265"/>
                  <a:pt x="388" y="273"/>
                </a:cubicBezTo>
                <a:cubicBezTo>
                  <a:pt x="388" y="274"/>
                  <a:pt x="373" y="335"/>
                  <a:pt x="331" y="341"/>
                </a:cubicBezTo>
                <a:cubicBezTo>
                  <a:pt x="316" y="343"/>
                  <a:pt x="306" y="341"/>
                  <a:pt x="298" y="333"/>
                </a:cubicBezTo>
                <a:cubicBezTo>
                  <a:pt x="282" y="318"/>
                  <a:pt x="282" y="284"/>
                  <a:pt x="283" y="272"/>
                </a:cubicBezTo>
                <a:cubicBezTo>
                  <a:pt x="302" y="30"/>
                  <a:pt x="302" y="30"/>
                  <a:pt x="302" y="30"/>
                </a:cubicBezTo>
                <a:cubicBezTo>
                  <a:pt x="411" y="30"/>
                  <a:pt x="411" y="30"/>
                  <a:pt x="411" y="30"/>
                </a:cubicBezTo>
                <a:cubicBezTo>
                  <a:pt x="419" y="30"/>
                  <a:pt x="426" y="24"/>
                  <a:pt x="426" y="15"/>
                </a:cubicBezTo>
                <a:cubicBezTo>
                  <a:pt x="426" y="7"/>
                  <a:pt x="419" y="0"/>
                  <a:pt x="411" y="0"/>
                </a:cubicBezTo>
                <a:close/>
              </a:path>
            </a:pathLst>
          </a:custGeom>
          <a:solidFill>
            <a:schemeClr val="bg1"/>
          </a:solidFill>
          <a:ln>
            <a:solidFill>
              <a:schemeClr val="bg1"/>
            </a:solidFill>
          </a:ln>
        </p:spPr>
        <p:txBody>
          <a:bodyPr vert="horz" wrap="square" lIns="121899" tIns="60949" rIns="121899" bIns="60949" numCol="1" rtlCol="0" anchor="t" anchorCtr="0" compatLnSpc="1">
            <a:prstTxWarp prst="textNoShape">
              <a:avLst/>
            </a:prstTxWarp>
          </a:bodyPr>
          <a:lstStyle/>
          <a:p>
            <a:pPr rtl="0"/>
            <a:endParaRPr lang="es-ES" noProof="0" dirty="0"/>
          </a:p>
        </p:txBody>
      </p:sp>
      <p:cxnSp>
        <p:nvCxnSpPr>
          <p:cNvPr id="23" name="Conector recto 22"/>
          <p:cNvCxnSpPr/>
          <p:nvPr/>
        </p:nvCxnSpPr>
        <p:spPr bwMode="white">
          <a:xfrm>
            <a:off x="1216152" y="5638800"/>
            <a:ext cx="0" cy="121920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26" name="Rectángulo 25"/>
          <p:cNvSpPr/>
          <p:nvPr/>
        </p:nvSpPr>
        <p:spPr bwMode="black">
          <a:xfrm>
            <a:off x="11579384" y="0"/>
            <a:ext cx="609441" cy="6096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rtl="0"/>
            <a:endParaRPr lang="es-ES" noProof="0" dirty="0"/>
          </a:p>
        </p:txBody>
      </p:sp>
      <p:sp>
        <p:nvSpPr>
          <p:cNvPr id="27" name="Rectángulo 26"/>
          <p:cNvSpPr/>
          <p:nvPr/>
        </p:nvSpPr>
        <p:spPr bwMode="gray">
          <a:xfrm>
            <a:off x="11274663" y="0"/>
            <a:ext cx="304721" cy="6096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rtl="0"/>
            <a:endParaRPr lang="es-ES" noProof="0" dirty="0"/>
          </a:p>
        </p:txBody>
      </p:sp>
      <p:sp>
        <p:nvSpPr>
          <p:cNvPr id="28" name="Rectángulo 27"/>
          <p:cNvSpPr/>
          <p:nvPr/>
        </p:nvSpPr>
        <p:spPr bwMode="gray">
          <a:xfrm>
            <a:off x="1218883" y="0"/>
            <a:ext cx="609441" cy="6096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rtl="0"/>
            <a:endParaRPr lang="es-ES" noProof="0" dirty="0"/>
          </a:p>
        </p:txBody>
      </p:sp>
      <p:sp>
        <p:nvSpPr>
          <p:cNvPr id="29" name="Rectángulo 28"/>
          <p:cNvSpPr/>
          <p:nvPr/>
        </p:nvSpPr>
        <p:spPr>
          <a:xfrm>
            <a:off x="-2" y="0"/>
            <a:ext cx="1218883" cy="6096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rtl="0"/>
            <a:endParaRPr lang="es-ES" noProof="0" dirty="0"/>
          </a:p>
        </p:txBody>
      </p:sp>
      <p:sp>
        <p:nvSpPr>
          <p:cNvPr id="30" name="Rectángulo 29"/>
          <p:cNvSpPr/>
          <p:nvPr/>
        </p:nvSpPr>
        <p:spPr bwMode="ltGray">
          <a:xfrm>
            <a:off x="0" y="0"/>
            <a:ext cx="12188825" cy="609600"/>
          </a:xfrm>
          <a:prstGeom prst="rect">
            <a:avLst/>
          </a:prstGeom>
          <a:solidFill>
            <a:schemeClr val="accent1">
              <a:lumMod val="75000"/>
              <a:alpha val="5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rtl="0"/>
            <a:endParaRPr lang="es-ES" noProof="0" dirty="0"/>
          </a:p>
        </p:txBody>
      </p:sp>
      <p:cxnSp>
        <p:nvCxnSpPr>
          <p:cNvPr id="31" name="Conector recto 30"/>
          <p:cNvCxnSpPr/>
          <p:nvPr/>
        </p:nvCxnSpPr>
        <p:spPr bwMode="white">
          <a:xfrm>
            <a:off x="11573293" y="0"/>
            <a:ext cx="0" cy="60960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32" name="Rectángulo 31"/>
          <p:cNvSpPr/>
          <p:nvPr/>
        </p:nvSpPr>
        <p:spPr bwMode="black">
          <a:xfrm>
            <a:off x="0" y="0"/>
            <a:ext cx="1216152" cy="609600"/>
          </a:xfrm>
          <a:prstGeom prst="rect">
            <a:avLst/>
          </a:prstGeom>
          <a:solidFill>
            <a:schemeClr val="accent1">
              <a:lumMod val="50000"/>
              <a:alpha val="7490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rtl="0"/>
            <a:endParaRPr lang="es-ES" noProof="0" dirty="0"/>
          </a:p>
        </p:txBody>
      </p:sp>
      <p:cxnSp>
        <p:nvCxnSpPr>
          <p:cNvPr id="33" name="Conector recto 32"/>
          <p:cNvCxnSpPr/>
          <p:nvPr/>
        </p:nvCxnSpPr>
        <p:spPr bwMode="white">
          <a:xfrm>
            <a:off x="1218884" y="0"/>
            <a:ext cx="0" cy="60960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2" name="Título 1"/>
          <p:cNvSpPr>
            <a:spLocks noGrp="1"/>
          </p:cNvSpPr>
          <p:nvPr>
            <p:ph type="title"/>
          </p:nvPr>
        </p:nvSpPr>
        <p:spPr>
          <a:xfrm>
            <a:off x="1598613" y="1600201"/>
            <a:ext cx="8283272" cy="2654064"/>
          </a:xfrm>
        </p:spPr>
        <p:txBody>
          <a:bodyPr rtlCol="0" anchor="b">
            <a:normAutofit/>
          </a:bodyPr>
          <a:lstStyle>
            <a:lvl1pPr algn="l">
              <a:defRPr sz="5400" b="0" cap="none" baseline="0"/>
            </a:lvl1pPr>
          </a:lstStyle>
          <a:p>
            <a:pPr rtl="0"/>
            <a:r>
              <a:rPr lang="es-ES" noProof="0"/>
              <a:t>Haga clic para modificar el estilo de título del patrón</a:t>
            </a:r>
            <a:endParaRPr lang="es-ES" noProof="0" dirty="0"/>
          </a:p>
        </p:txBody>
      </p:sp>
      <p:sp>
        <p:nvSpPr>
          <p:cNvPr id="3" name="Marcador de posición de texto 2"/>
          <p:cNvSpPr>
            <a:spLocks noGrp="1"/>
          </p:cNvSpPr>
          <p:nvPr>
            <p:ph type="body" idx="1"/>
          </p:nvPr>
        </p:nvSpPr>
        <p:spPr>
          <a:xfrm>
            <a:off x="1598613" y="4259996"/>
            <a:ext cx="7264623" cy="1150203"/>
          </a:xfrm>
        </p:spPr>
        <p:txBody>
          <a:bodyPr rtlCol="0" anchor="t">
            <a:normAutofit/>
          </a:bodyPr>
          <a:lstStyle>
            <a:lvl1pPr marL="0" indent="0">
              <a:spcBef>
                <a:spcPts val="0"/>
              </a:spcBef>
              <a:buNone/>
              <a:defRPr sz="32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rtl="0"/>
            <a:r>
              <a:rPr lang="es-ES" noProof="0"/>
              <a:t>Haga clic para modificar los estilos de texto del patrón</a:t>
            </a:r>
          </a:p>
        </p:txBody>
      </p:sp>
      <p:sp>
        <p:nvSpPr>
          <p:cNvPr id="4" name="Marcador de posición de fecha 3"/>
          <p:cNvSpPr>
            <a:spLocks noGrp="1"/>
          </p:cNvSpPr>
          <p:nvPr>
            <p:ph type="dt" sz="half" idx="10"/>
          </p:nvPr>
        </p:nvSpPr>
        <p:spPr/>
        <p:txBody>
          <a:bodyPr rtlCol="0"/>
          <a:lstStyle>
            <a:lvl1pPr>
              <a:defRPr baseline="0">
                <a:solidFill>
                  <a:schemeClr val="tx2"/>
                </a:solidFill>
              </a:defRPr>
            </a:lvl1pPr>
          </a:lstStyle>
          <a:p>
            <a:pPr rtl="0"/>
            <a:fld id="{BB07FB1B-461B-4D1D-952B-7FEEFF2CFA29}" type="datetime1">
              <a:rPr lang="es-ES" noProof="0" smtClean="0"/>
              <a:t>29/05/2024</a:t>
            </a:fld>
            <a:endParaRPr lang="es-ES" noProof="0" dirty="0"/>
          </a:p>
        </p:txBody>
      </p:sp>
      <p:sp>
        <p:nvSpPr>
          <p:cNvPr id="5" name="Marcador de posición de pie de página 4"/>
          <p:cNvSpPr>
            <a:spLocks noGrp="1"/>
          </p:cNvSpPr>
          <p:nvPr>
            <p:ph type="ftr" sz="quarter" idx="11"/>
          </p:nvPr>
        </p:nvSpPr>
        <p:spPr/>
        <p:txBody>
          <a:bodyPr rtlCol="0"/>
          <a:lstStyle>
            <a:lvl1pPr>
              <a:defRPr baseline="0">
                <a:solidFill>
                  <a:schemeClr val="tx2"/>
                </a:solidFill>
              </a:defRPr>
            </a:lvl1pPr>
          </a:lstStyle>
          <a:p>
            <a:pPr rtl="0"/>
            <a:r>
              <a:rPr lang="es-ES" noProof="0" dirty="0"/>
              <a:t>Agregar un pie de página</a:t>
            </a:r>
          </a:p>
        </p:txBody>
      </p:sp>
      <p:sp>
        <p:nvSpPr>
          <p:cNvPr id="6" name="Marcador de posición de número de diapositiva 5"/>
          <p:cNvSpPr>
            <a:spLocks noGrp="1"/>
          </p:cNvSpPr>
          <p:nvPr>
            <p:ph type="sldNum" sz="quarter" idx="12"/>
          </p:nvPr>
        </p:nvSpPr>
        <p:spPr>
          <a:xfrm>
            <a:off x="10666571" y="6356351"/>
            <a:ext cx="609441" cy="365125"/>
          </a:xfrm>
        </p:spPr>
        <p:txBody>
          <a:bodyPr rtlCol="0"/>
          <a:lstStyle>
            <a:lvl1pPr>
              <a:defRPr baseline="0">
                <a:solidFill>
                  <a:schemeClr val="tx2"/>
                </a:solidFill>
              </a:defRPr>
            </a:lvl1pPr>
          </a:lstStyle>
          <a:p>
            <a:pPr rtl="0"/>
            <a:fld id="{7DC1BBB0-96F0-4077-A278-0F3FB5C104D3}" type="slidenum">
              <a:rPr lang="es-ES" noProof="0" smtClean="0"/>
              <a:pPr rtl="0"/>
              <a:t>‹Nº›</a:t>
            </a:fld>
            <a:endParaRPr lang="es-ES" noProof="0" dirty="0"/>
          </a:p>
        </p:txBody>
      </p:sp>
    </p:spTree>
    <p:extLst>
      <p:ext uri="{BB962C8B-B14F-4D97-AF65-F5344CB8AC3E}">
        <p14:creationId xmlns:p14="http://schemas.microsoft.com/office/powerpoint/2010/main" val="32344675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rtlCol="0"/>
          <a:lstStyle/>
          <a:p>
            <a:pPr rtl="0"/>
            <a:r>
              <a:rPr lang="es-ES" noProof="0"/>
              <a:t>Haga clic para modificar el estilo de título del patrón</a:t>
            </a:r>
            <a:endParaRPr lang="es-ES" noProof="0" dirty="0"/>
          </a:p>
        </p:txBody>
      </p:sp>
      <p:sp>
        <p:nvSpPr>
          <p:cNvPr id="3" name="Marcador de posición de contenido 2"/>
          <p:cNvSpPr>
            <a:spLocks noGrp="1"/>
          </p:cNvSpPr>
          <p:nvPr>
            <p:ph sz="half" idx="1"/>
          </p:nvPr>
        </p:nvSpPr>
        <p:spPr>
          <a:xfrm>
            <a:off x="1593436" y="1600200"/>
            <a:ext cx="4814586" cy="4572000"/>
          </a:xfrm>
        </p:spPr>
        <p:txBody>
          <a:bodyPr rtlCol="0"/>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endParaRPr lang="es-ES" noProof="0" dirty="0"/>
          </a:p>
        </p:txBody>
      </p:sp>
      <p:sp>
        <p:nvSpPr>
          <p:cNvPr id="4" name="Marcador de posición de contenido 3"/>
          <p:cNvSpPr>
            <a:spLocks noGrp="1"/>
          </p:cNvSpPr>
          <p:nvPr>
            <p:ph sz="half" idx="2"/>
          </p:nvPr>
        </p:nvSpPr>
        <p:spPr>
          <a:xfrm>
            <a:off x="6561651" y="1600200"/>
            <a:ext cx="4814586" cy="4572000"/>
          </a:xfrm>
        </p:spPr>
        <p:txBody>
          <a:bodyPr rtlCol="0"/>
          <a:lstStyle>
            <a:lvl1pPr>
              <a:defRPr sz="2800"/>
            </a:lvl1pPr>
            <a:lvl2pPr>
              <a:defRPr sz="2400"/>
            </a:lvl2pPr>
            <a:lvl3pPr>
              <a:defRPr sz="2000"/>
            </a:lvl3pPr>
            <a:lvl4pPr>
              <a:defRPr sz="1800"/>
            </a:lvl4pPr>
            <a:lvl5pPr>
              <a:defRPr sz="1800"/>
            </a:lvl5pPr>
            <a:lvl6pPr>
              <a:defRPr sz="1800" baseline="0"/>
            </a:lvl6pPr>
            <a:lvl7pPr>
              <a:defRPr sz="1800" baseline="0"/>
            </a:lvl7pPr>
            <a:lvl8pPr>
              <a:defRPr sz="1800" baseline="0"/>
            </a:lvl8pPr>
            <a:lvl9pPr>
              <a:defRPr sz="1800" baseline="0"/>
            </a:lvl9p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endParaRPr lang="es-ES" noProof="0" dirty="0"/>
          </a:p>
        </p:txBody>
      </p:sp>
      <p:sp>
        <p:nvSpPr>
          <p:cNvPr id="5" name="Marcador de posición de fecha 4"/>
          <p:cNvSpPr>
            <a:spLocks noGrp="1"/>
          </p:cNvSpPr>
          <p:nvPr>
            <p:ph type="dt" sz="half" idx="10"/>
          </p:nvPr>
        </p:nvSpPr>
        <p:spPr/>
        <p:txBody>
          <a:bodyPr rtlCol="0"/>
          <a:lstStyle/>
          <a:p>
            <a:pPr rtl="0"/>
            <a:fld id="{6EC9D876-84BE-45D9-9418-9FF24663C364}" type="datetime1">
              <a:rPr lang="es-ES" noProof="0" smtClean="0"/>
              <a:t>29/05/2024</a:t>
            </a:fld>
            <a:endParaRPr lang="es-ES" noProof="0" dirty="0"/>
          </a:p>
        </p:txBody>
      </p:sp>
      <p:sp>
        <p:nvSpPr>
          <p:cNvPr id="6" name="Marcador de posición de pie de página 5"/>
          <p:cNvSpPr>
            <a:spLocks noGrp="1"/>
          </p:cNvSpPr>
          <p:nvPr>
            <p:ph type="ftr" sz="quarter" idx="11"/>
          </p:nvPr>
        </p:nvSpPr>
        <p:spPr/>
        <p:txBody>
          <a:bodyPr rtlCol="0"/>
          <a:lstStyle/>
          <a:p>
            <a:pPr rtl="0"/>
            <a:r>
              <a:rPr lang="es-ES" noProof="0" dirty="0"/>
              <a:t>Agregar un pie de página</a:t>
            </a:r>
          </a:p>
        </p:txBody>
      </p:sp>
      <p:sp>
        <p:nvSpPr>
          <p:cNvPr id="7" name="Marcador de posición de número de diapositiva 6"/>
          <p:cNvSpPr>
            <a:spLocks noGrp="1"/>
          </p:cNvSpPr>
          <p:nvPr>
            <p:ph type="sldNum" sz="quarter" idx="12"/>
          </p:nvPr>
        </p:nvSpPr>
        <p:spPr/>
        <p:txBody>
          <a:bodyPr rtlCol="0"/>
          <a:lstStyle/>
          <a:p>
            <a:pPr rtl="0"/>
            <a:fld id="{7DC1BBB0-96F0-4077-A278-0F3FB5C104D3}" type="slidenum">
              <a:rPr lang="es-ES" noProof="0"/>
              <a:t>‹Nº›</a:t>
            </a:fld>
            <a:endParaRPr lang="es-ES" noProof="0" dirty="0"/>
          </a:p>
        </p:txBody>
      </p:sp>
    </p:spTree>
    <p:extLst>
      <p:ext uri="{BB962C8B-B14F-4D97-AF65-F5344CB8AC3E}">
        <p14:creationId xmlns:p14="http://schemas.microsoft.com/office/powerpoint/2010/main" val="12391137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p:txBody>
          <a:bodyPr rtlCol="0"/>
          <a:lstStyle>
            <a:lvl1pPr>
              <a:defRPr/>
            </a:lvl1pPr>
          </a:lstStyle>
          <a:p>
            <a:pPr rtl="0"/>
            <a:r>
              <a:rPr lang="es-ES" noProof="0"/>
              <a:t>Haga clic para modificar el estilo de título del patrón</a:t>
            </a:r>
            <a:endParaRPr lang="es-ES" noProof="0" dirty="0"/>
          </a:p>
        </p:txBody>
      </p:sp>
      <p:sp>
        <p:nvSpPr>
          <p:cNvPr id="3" name="Marcador de posición de texto 2"/>
          <p:cNvSpPr>
            <a:spLocks noGrp="1"/>
          </p:cNvSpPr>
          <p:nvPr>
            <p:ph type="body" idx="1"/>
          </p:nvPr>
        </p:nvSpPr>
        <p:spPr>
          <a:xfrm>
            <a:off x="1593436" y="1499616"/>
            <a:ext cx="4818888" cy="938784"/>
          </a:xfrm>
        </p:spPr>
        <p:txBody>
          <a:bodyPr rtlCol="0" anchor="b">
            <a:noAutofit/>
          </a:bodyPr>
          <a:lstStyle>
            <a:lvl1pPr marL="0" indent="0">
              <a:spcBef>
                <a:spcPts val="0"/>
              </a:spcBef>
              <a:buNone/>
              <a:defRPr sz="2400" b="0"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ES" noProof="0"/>
              <a:t>Haga clic para modificar los estilos de texto del patrón</a:t>
            </a:r>
          </a:p>
        </p:txBody>
      </p:sp>
      <p:sp>
        <p:nvSpPr>
          <p:cNvPr id="4" name="Marcador de posición de contenido 3"/>
          <p:cNvSpPr>
            <a:spLocks noGrp="1"/>
          </p:cNvSpPr>
          <p:nvPr>
            <p:ph sz="half" idx="2"/>
          </p:nvPr>
        </p:nvSpPr>
        <p:spPr>
          <a:xfrm>
            <a:off x="1593436" y="2514706"/>
            <a:ext cx="4814586" cy="3657493"/>
          </a:xfrm>
        </p:spPr>
        <p:txBody>
          <a:bodyPr rtlCol="0">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baseline="0"/>
            </a:lvl8pPr>
            <a:lvl9pPr>
              <a:defRPr sz="1600" baseline="0"/>
            </a:lvl9p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endParaRPr lang="es-ES" noProof="0" dirty="0"/>
          </a:p>
        </p:txBody>
      </p:sp>
      <p:sp>
        <p:nvSpPr>
          <p:cNvPr id="5" name="Marcador de posición de texto 4"/>
          <p:cNvSpPr>
            <a:spLocks noGrp="1"/>
          </p:cNvSpPr>
          <p:nvPr>
            <p:ph type="body" sz="quarter" idx="3"/>
          </p:nvPr>
        </p:nvSpPr>
        <p:spPr>
          <a:xfrm>
            <a:off x="6557349" y="1499616"/>
            <a:ext cx="4818888" cy="938784"/>
          </a:xfrm>
        </p:spPr>
        <p:txBody>
          <a:bodyPr rtlCol="0" anchor="b">
            <a:noAutofit/>
          </a:bodyPr>
          <a:lstStyle>
            <a:lvl1pPr marL="0" indent="0">
              <a:spcBef>
                <a:spcPts val="0"/>
              </a:spcBef>
              <a:buNone/>
              <a:defRPr sz="2400" b="0"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ES" noProof="0"/>
              <a:t>Haga clic para modificar los estilos de texto del patrón</a:t>
            </a:r>
          </a:p>
        </p:txBody>
      </p:sp>
      <p:sp>
        <p:nvSpPr>
          <p:cNvPr id="6" name="Marcador de posición de contenido 5"/>
          <p:cNvSpPr>
            <a:spLocks noGrp="1"/>
          </p:cNvSpPr>
          <p:nvPr>
            <p:ph sz="quarter" idx="4"/>
          </p:nvPr>
        </p:nvSpPr>
        <p:spPr>
          <a:xfrm>
            <a:off x="6557349" y="2514600"/>
            <a:ext cx="4818888" cy="3655568"/>
          </a:xfrm>
        </p:spPr>
        <p:txBody>
          <a:bodyPr rtlCol="0">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endParaRPr lang="es-ES" noProof="0" dirty="0"/>
          </a:p>
        </p:txBody>
      </p:sp>
      <p:sp>
        <p:nvSpPr>
          <p:cNvPr id="7" name="Marcador de posición de fecha 6"/>
          <p:cNvSpPr>
            <a:spLocks noGrp="1"/>
          </p:cNvSpPr>
          <p:nvPr>
            <p:ph type="dt" sz="half" idx="10"/>
          </p:nvPr>
        </p:nvSpPr>
        <p:spPr/>
        <p:txBody>
          <a:bodyPr rtlCol="0"/>
          <a:lstStyle/>
          <a:p>
            <a:pPr rtl="0"/>
            <a:fld id="{AACDF9AA-CFE1-4BA9-8C5D-54C264D423B8}" type="datetime1">
              <a:rPr lang="es-ES" noProof="0" smtClean="0"/>
              <a:t>29/05/2024</a:t>
            </a:fld>
            <a:endParaRPr lang="es-ES" noProof="0" dirty="0"/>
          </a:p>
        </p:txBody>
      </p:sp>
      <p:sp>
        <p:nvSpPr>
          <p:cNvPr id="8" name="Marcador de posición de pie de página 7"/>
          <p:cNvSpPr>
            <a:spLocks noGrp="1"/>
          </p:cNvSpPr>
          <p:nvPr>
            <p:ph type="ftr" sz="quarter" idx="11"/>
          </p:nvPr>
        </p:nvSpPr>
        <p:spPr/>
        <p:txBody>
          <a:bodyPr rtlCol="0"/>
          <a:lstStyle/>
          <a:p>
            <a:pPr rtl="0"/>
            <a:r>
              <a:rPr lang="es-ES" noProof="0" dirty="0"/>
              <a:t>Agregar un pie de página</a:t>
            </a:r>
          </a:p>
        </p:txBody>
      </p:sp>
      <p:sp>
        <p:nvSpPr>
          <p:cNvPr id="9" name="Marcador de posición de número de diapositiva 8"/>
          <p:cNvSpPr>
            <a:spLocks noGrp="1"/>
          </p:cNvSpPr>
          <p:nvPr>
            <p:ph type="sldNum" sz="quarter" idx="12"/>
          </p:nvPr>
        </p:nvSpPr>
        <p:spPr/>
        <p:txBody>
          <a:bodyPr rtlCol="0"/>
          <a:lstStyle/>
          <a:p>
            <a:pPr rtl="0"/>
            <a:fld id="{7DC1BBB0-96F0-4077-A278-0F3FB5C104D3}" type="slidenum">
              <a:rPr lang="es-ES" noProof="0"/>
              <a:t>‹Nº›</a:t>
            </a:fld>
            <a:endParaRPr lang="es-ES" noProof="0" dirty="0"/>
          </a:p>
        </p:txBody>
      </p:sp>
    </p:spTree>
    <p:extLst>
      <p:ext uri="{BB962C8B-B14F-4D97-AF65-F5344CB8AC3E}">
        <p14:creationId xmlns:p14="http://schemas.microsoft.com/office/powerpoint/2010/main" val="21383580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rtlCol="0"/>
          <a:lstStyle/>
          <a:p>
            <a:pPr rtl="0"/>
            <a:r>
              <a:rPr lang="es-ES" noProof="0"/>
              <a:t>Haga clic para modificar el estilo de título del patrón</a:t>
            </a:r>
            <a:endParaRPr lang="es-ES" noProof="0" dirty="0"/>
          </a:p>
        </p:txBody>
      </p:sp>
      <p:sp>
        <p:nvSpPr>
          <p:cNvPr id="3" name="Marcador de posición de fecha 2"/>
          <p:cNvSpPr>
            <a:spLocks noGrp="1"/>
          </p:cNvSpPr>
          <p:nvPr>
            <p:ph type="dt" sz="half" idx="10"/>
          </p:nvPr>
        </p:nvSpPr>
        <p:spPr/>
        <p:txBody>
          <a:bodyPr rtlCol="0"/>
          <a:lstStyle/>
          <a:p>
            <a:pPr rtl="0"/>
            <a:fld id="{CDA51D7A-9E1F-4C6F-8B86-F39A8650CB7A}" type="datetime1">
              <a:rPr lang="es-ES" noProof="0" smtClean="0"/>
              <a:t>29/05/2024</a:t>
            </a:fld>
            <a:endParaRPr lang="es-ES" noProof="0" dirty="0"/>
          </a:p>
        </p:txBody>
      </p:sp>
      <p:sp>
        <p:nvSpPr>
          <p:cNvPr id="4" name="Marcador de posición de pie de página 3"/>
          <p:cNvSpPr>
            <a:spLocks noGrp="1"/>
          </p:cNvSpPr>
          <p:nvPr>
            <p:ph type="ftr" sz="quarter" idx="11"/>
          </p:nvPr>
        </p:nvSpPr>
        <p:spPr/>
        <p:txBody>
          <a:bodyPr rtlCol="0"/>
          <a:lstStyle/>
          <a:p>
            <a:pPr rtl="0"/>
            <a:r>
              <a:rPr lang="es-ES" noProof="0" dirty="0"/>
              <a:t>Agregar un pie de página</a:t>
            </a:r>
          </a:p>
        </p:txBody>
      </p:sp>
      <p:sp>
        <p:nvSpPr>
          <p:cNvPr id="5" name="Marcador de posición de número de diapositiva 4"/>
          <p:cNvSpPr>
            <a:spLocks noGrp="1"/>
          </p:cNvSpPr>
          <p:nvPr>
            <p:ph type="sldNum" sz="quarter" idx="12"/>
          </p:nvPr>
        </p:nvSpPr>
        <p:spPr/>
        <p:txBody>
          <a:bodyPr rtlCol="0"/>
          <a:lstStyle/>
          <a:p>
            <a:pPr rtl="0"/>
            <a:fld id="{7DC1BBB0-96F0-4077-A278-0F3FB5C104D3}" type="slidenum">
              <a:rPr lang="es-ES" noProof="0"/>
              <a:t>‹Nº›</a:t>
            </a:fld>
            <a:endParaRPr lang="es-ES" noProof="0" dirty="0"/>
          </a:p>
        </p:txBody>
      </p:sp>
    </p:spTree>
    <p:extLst>
      <p:ext uri="{BB962C8B-B14F-4D97-AF65-F5344CB8AC3E}">
        <p14:creationId xmlns:p14="http://schemas.microsoft.com/office/powerpoint/2010/main" val="31635788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En blanco">
    <p:spTree>
      <p:nvGrpSpPr>
        <p:cNvPr id="1" name=""/>
        <p:cNvGrpSpPr/>
        <p:nvPr/>
      </p:nvGrpSpPr>
      <p:grpSpPr>
        <a:xfrm>
          <a:off x="0" y="0"/>
          <a:ext cx="0" cy="0"/>
          <a:chOff x="0" y="0"/>
          <a:chExt cx="0" cy="0"/>
        </a:xfrm>
      </p:grpSpPr>
      <p:sp>
        <p:nvSpPr>
          <p:cNvPr id="5" name="Rectángulo 4"/>
          <p:cNvSpPr/>
          <p:nvPr/>
        </p:nvSpPr>
        <p:spPr bwMode="ltGray">
          <a:xfrm>
            <a:off x="626239" y="0"/>
            <a:ext cx="30472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lvl="0" algn="ctr" rtl="0"/>
            <a:endParaRPr lang="es-ES" noProof="0" dirty="0"/>
          </a:p>
        </p:txBody>
      </p:sp>
      <p:sp>
        <p:nvSpPr>
          <p:cNvPr id="6" name="Rectángulo 5"/>
          <p:cNvSpPr/>
          <p:nvPr/>
        </p:nvSpPr>
        <p:spPr bwMode="gray">
          <a:xfrm>
            <a:off x="0" y="0"/>
            <a:ext cx="609441" cy="6858000"/>
          </a:xfrm>
          <a:prstGeom prst="rect">
            <a:avLst/>
          </a:prstGeom>
          <a:solidFill>
            <a:schemeClr val="accent1">
              <a:lumMod val="75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lvl="0" algn="ctr" rtl="0"/>
            <a:endParaRPr lang="es-ES" noProof="0" dirty="0"/>
          </a:p>
        </p:txBody>
      </p:sp>
      <p:cxnSp>
        <p:nvCxnSpPr>
          <p:cNvPr id="7" name="Conector recto 6"/>
          <p:cNvCxnSpPr/>
          <p:nvPr/>
        </p:nvCxnSpPr>
        <p:spPr bwMode="white">
          <a:xfrm>
            <a:off x="617143" y="0"/>
            <a:ext cx="0" cy="685800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8" name="Rectángulo 7"/>
          <p:cNvSpPr/>
          <p:nvPr/>
        </p:nvSpPr>
        <p:spPr bwMode="gray">
          <a:xfrm>
            <a:off x="10969942" y="0"/>
            <a:ext cx="922621" cy="6858000"/>
          </a:xfrm>
          <a:prstGeom prst="rect">
            <a:avLst/>
          </a:prstGeom>
          <a:solidFill>
            <a:schemeClr val="accent1">
              <a:lumMod val="75000"/>
              <a:alpha val="8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lvl="0" algn="ctr" rtl="0"/>
            <a:endParaRPr lang="es-ES" noProof="0" dirty="0"/>
          </a:p>
        </p:txBody>
      </p:sp>
      <p:sp>
        <p:nvSpPr>
          <p:cNvPr id="9" name="Rectángulo 8"/>
          <p:cNvSpPr/>
          <p:nvPr/>
        </p:nvSpPr>
        <p:spPr bwMode="black">
          <a:xfrm>
            <a:off x="11892563" y="0"/>
            <a:ext cx="304721" cy="6858000"/>
          </a:xfrm>
          <a:prstGeom prst="rect">
            <a:avLst/>
          </a:pr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lvl="0" algn="ctr" rtl="0"/>
            <a:endParaRPr lang="es-ES" noProof="0" dirty="0"/>
          </a:p>
        </p:txBody>
      </p:sp>
      <p:sp>
        <p:nvSpPr>
          <p:cNvPr id="2" name="Marcador de posición de fecha 1"/>
          <p:cNvSpPr>
            <a:spLocks noGrp="1"/>
          </p:cNvSpPr>
          <p:nvPr>
            <p:ph type="dt" sz="half" idx="10"/>
          </p:nvPr>
        </p:nvSpPr>
        <p:spPr/>
        <p:txBody>
          <a:bodyPr rtlCol="0"/>
          <a:lstStyle/>
          <a:p>
            <a:pPr rtl="0"/>
            <a:fld id="{66A1E9FB-24DE-4A64-B35D-DF3FF6E51288}" type="datetime1">
              <a:rPr lang="es-ES" noProof="0" smtClean="0"/>
              <a:t>29/05/2024</a:t>
            </a:fld>
            <a:endParaRPr lang="es-ES" noProof="0" dirty="0"/>
          </a:p>
        </p:txBody>
      </p:sp>
      <p:sp>
        <p:nvSpPr>
          <p:cNvPr id="3" name="Marcador de posición de pie de página 2"/>
          <p:cNvSpPr>
            <a:spLocks noGrp="1"/>
          </p:cNvSpPr>
          <p:nvPr>
            <p:ph type="ftr" sz="quarter" idx="11"/>
          </p:nvPr>
        </p:nvSpPr>
        <p:spPr/>
        <p:txBody>
          <a:bodyPr rtlCol="0"/>
          <a:lstStyle/>
          <a:p>
            <a:pPr rtl="0"/>
            <a:r>
              <a:rPr lang="es-ES" noProof="0" dirty="0"/>
              <a:t>Agregar un pie de página</a:t>
            </a:r>
          </a:p>
        </p:txBody>
      </p:sp>
      <p:sp>
        <p:nvSpPr>
          <p:cNvPr id="4" name="Marcador de posición de número de diapositiva 3"/>
          <p:cNvSpPr>
            <a:spLocks noGrp="1"/>
          </p:cNvSpPr>
          <p:nvPr>
            <p:ph type="sldNum" sz="quarter" idx="12"/>
          </p:nvPr>
        </p:nvSpPr>
        <p:spPr/>
        <p:txBody>
          <a:bodyPr rtlCol="0"/>
          <a:lstStyle>
            <a:lvl1pPr>
              <a:defRPr>
                <a:solidFill>
                  <a:schemeClr val="bg1"/>
                </a:solidFill>
              </a:defRPr>
            </a:lvl1pPr>
          </a:lstStyle>
          <a:p>
            <a:pPr rtl="0"/>
            <a:fld id="{7DC1BBB0-96F0-4077-A278-0F3FB5C104D3}" type="slidenum">
              <a:rPr lang="es-ES" noProof="0"/>
              <a:pPr rtl="0"/>
              <a:t>‹Nº›</a:t>
            </a:fld>
            <a:endParaRPr lang="es-ES" noProof="0" dirty="0"/>
          </a:p>
        </p:txBody>
      </p:sp>
    </p:spTree>
    <p:extLst>
      <p:ext uri="{BB962C8B-B14F-4D97-AF65-F5344CB8AC3E}">
        <p14:creationId xmlns:p14="http://schemas.microsoft.com/office/powerpoint/2010/main" val="1783816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ido con leyenda">
    <p:spTree>
      <p:nvGrpSpPr>
        <p:cNvPr id="1" name=""/>
        <p:cNvGrpSpPr/>
        <p:nvPr/>
      </p:nvGrpSpPr>
      <p:grpSpPr>
        <a:xfrm>
          <a:off x="0" y="0"/>
          <a:ext cx="0" cy="0"/>
          <a:chOff x="0" y="0"/>
          <a:chExt cx="0" cy="0"/>
        </a:xfrm>
      </p:grpSpPr>
      <p:sp>
        <p:nvSpPr>
          <p:cNvPr id="8" name="Rectángulo 7"/>
          <p:cNvSpPr/>
          <p:nvPr/>
        </p:nvSpPr>
        <p:spPr bwMode="gray">
          <a:xfrm>
            <a:off x="621792" y="0"/>
            <a:ext cx="4147717"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lvl="0" algn="ctr" rtl="0"/>
            <a:endParaRPr lang="es-ES" noProof="0" dirty="0"/>
          </a:p>
        </p:txBody>
      </p:sp>
      <p:sp>
        <p:nvSpPr>
          <p:cNvPr id="9" name="Rectángulo 8"/>
          <p:cNvSpPr/>
          <p:nvPr/>
        </p:nvSpPr>
        <p:spPr bwMode="ltGray">
          <a:xfrm>
            <a:off x="0" y="0"/>
            <a:ext cx="609441" cy="6858000"/>
          </a:xfrm>
          <a:prstGeom prst="rect">
            <a:avLst/>
          </a:prstGeom>
          <a:solidFill>
            <a:schemeClr val="accent1">
              <a:lumMod val="75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lvl="0" algn="ctr" rtl="0"/>
            <a:endParaRPr lang="es-ES" noProof="0" dirty="0"/>
          </a:p>
        </p:txBody>
      </p:sp>
      <p:cxnSp>
        <p:nvCxnSpPr>
          <p:cNvPr id="10" name="Conector recto 9"/>
          <p:cNvCxnSpPr/>
          <p:nvPr/>
        </p:nvCxnSpPr>
        <p:spPr bwMode="white">
          <a:xfrm>
            <a:off x="621792" y="0"/>
            <a:ext cx="0" cy="685800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1" name="Rectángulo 10"/>
          <p:cNvSpPr/>
          <p:nvPr/>
        </p:nvSpPr>
        <p:spPr bwMode="gray">
          <a:xfrm>
            <a:off x="11884104" y="0"/>
            <a:ext cx="304721"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lvl="0" algn="ctr" rtl="0"/>
            <a:endParaRPr lang="es-ES" noProof="0" dirty="0"/>
          </a:p>
        </p:txBody>
      </p:sp>
      <p:sp>
        <p:nvSpPr>
          <p:cNvPr id="2" name="Título 1"/>
          <p:cNvSpPr>
            <a:spLocks noGrp="1"/>
          </p:cNvSpPr>
          <p:nvPr>
            <p:ph type="title"/>
          </p:nvPr>
        </p:nvSpPr>
        <p:spPr bwMode="white">
          <a:xfrm>
            <a:off x="1074240" y="381000"/>
            <a:ext cx="3293422" cy="1371600"/>
          </a:xfrm>
        </p:spPr>
        <p:txBody>
          <a:bodyPr rtlCol="0" anchor="b">
            <a:normAutofit/>
          </a:bodyPr>
          <a:lstStyle>
            <a:lvl1pPr algn="l">
              <a:defRPr sz="2800" b="0" cap="all" baseline="0">
                <a:solidFill>
                  <a:schemeClr val="bg1"/>
                </a:solidFill>
              </a:defRPr>
            </a:lvl1pPr>
          </a:lstStyle>
          <a:p>
            <a:pPr rtl="0"/>
            <a:r>
              <a:rPr lang="es-ES" noProof="0"/>
              <a:t>Haga clic para modificar el estilo de título del patrón</a:t>
            </a:r>
            <a:endParaRPr lang="es-ES" noProof="0" dirty="0"/>
          </a:p>
        </p:txBody>
      </p:sp>
      <p:sp>
        <p:nvSpPr>
          <p:cNvPr id="3" name="Marcador de posición de contenido 2"/>
          <p:cNvSpPr>
            <a:spLocks noGrp="1"/>
          </p:cNvSpPr>
          <p:nvPr>
            <p:ph idx="1"/>
          </p:nvPr>
        </p:nvSpPr>
        <p:spPr>
          <a:xfrm>
            <a:off x="5180251" y="482600"/>
            <a:ext cx="6195986" cy="5689600"/>
          </a:xfrm>
        </p:spPr>
        <p:txBody>
          <a:bodyPr rtlCol="0">
            <a:normAutofit/>
          </a:bodyPr>
          <a:lstStyle>
            <a:lvl1pPr>
              <a:defRPr sz="2800"/>
            </a:lvl1pPr>
            <a:lvl2pPr>
              <a:defRPr sz="2400"/>
            </a:lvl2pPr>
            <a:lvl3pPr>
              <a:defRPr sz="2000"/>
            </a:lvl3pPr>
            <a:lvl4pPr>
              <a:defRPr sz="1800"/>
            </a:lvl4pPr>
            <a:lvl5pPr>
              <a:defRPr sz="1800"/>
            </a:lvl5pPr>
            <a:lvl6pPr>
              <a:defRPr sz="1800"/>
            </a:lvl6pPr>
            <a:lvl7pPr>
              <a:defRPr sz="1800"/>
            </a:lvl7pPr>
            <a:lvl8pPr>
              <a:defRPr sz="1800" baseline="0"/>
            </a:lvl8pPr>
            <a:lvl9pPr>
              <a:defRPr sz="1800" baseline="0"/>
            </a:lvl9p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endParaRPr lang="es-ES" noProof="0" dirty="0"/>
          </a:p>
        </p:txBody>
      </p:sp>
      <p:sp>
        <p:nvSpPr>
          <p:cNvPr id="4" name="Marcador de posición de texto 3"/>
          <p:cNvSpPr>
            <a:spLocks noGrp="1"/>
          </p:cNvSpPr>
          <p:nvPr>
            <p:ph type="body" sz="half" idx="2"/>
          </p:nvPr>
        </p:nvSpPr>
        <p:spPr bwMode="white">
          <a:xfrm>
            <a:off x="1074240" y="1828800"/>
            <a:ext cx="3293422" cy="4343400"/>
          </a:xfrm>
        </p:spPr>
        <p:txBody>
          <a:bodyPr rtlCol="0">
            <a:normAutofit/>
          </a:bodyPr>
          <a:lstStyle>
            <a:lvl1pPr marL="0" indent="0">
              <a:buNone/>
              <a:defRPr sz="20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es-ES" noProof="0"/>
              <a:t>Haga clic para modificar los estilos de texto del patrón</a:t>
            </a:r>
          </a:p>
        </p:txBody>
      </p:sp>
      <p:sp>
        <p:nvSpPr>
          <p:cNvPr id="5" name="Marcador de posición de fecha 4"/>
          <p:cNvSpPr>
            <a:spLocks noGrp="1"/>
          </p:cNvSpPr>
          <p:nvPr>
            <p:ph type="dt" sz="half" idx="10"/>
          </p:nvPr>
        </p:nvSpPr>
        <p:spPr/>
        <p:txBody>
          <a:bodyPr rtlCol="0"/>
          <a:lstStyle/>
          <a:p>
            <a:pPr rtl="0"/>
            <a:fld id="{53CDA7DC-138B-4843-B77A-91873FF451A9}" type="datetime1">
              <a:rPr lang="es-ES" noProof="0" smtClean="0"/>
              <a:t>29/05/2024</a:t>
            </a:fld>
            <a:endParaRPr lang="es-ES" noProof="0" dirty="0"/>
          </a:p>
        </p:txBody>
      </p:sp>
      <p:sp>
        <p:nvSpPr>
          <p:cNvPr id="6" name="Marcador de posición de pie de página 5"/>
          <p:cNvSpPr>
            <a:spLocks noGrp="1"/>
          </p:cNvSpPr>
          <p:nvPr>
            <p:ph type="ftr" sz="quarter" idx="11"/>
          </p:nvPr>
        </p:nvSpPr>
        <p:spPr/>
        <p:txBody>
          <a:bodyPr rtlCol="0"/>
          <a:lstStyle/>
          <a:p>
            <a:pPr rtl="0"/>
            <a:r>
              <a:rPr lang="es-ES" noProof="0" dirty="0"/>
              <a:t>Agregar un pie de página</a:t>
            </a:r>
          </a:p>
        </p:txBody>
      </p:sp>
      <p:sp>
        <p:nvSpPr>
          <p:cNvPr id="7" name="Marcador de posición de número de diapositiva 6"/>
          <p:cNvSpPr>
            <a:spLocks noGrp="1"/>
          </p:cNvSpPr>
          <p:nvPr>
            <p:ph type="sldNum" sz="quarter" idx="12"/>
          </p:nvPr>
        </p:nvSpPr>
        <p:spPr/>
        <p:txBody>
          <a:bodyPr rtlCol="0"/>
          <a:lstStyle/>
          <a:p>
            <a:pPr rtl="0"/>
            <a:fld id="{7DC1BBB0-96F0-4077-A278-0F3FB5C104D3}" type="slidenum">
              <a:rPr lang="es-ES" noProof="0"/>
              <a:t>‹Nº›</a:t>
            </a:fld>
            <a:endParaRPr lang="es-ES" noProof="0" dirty="0"/>
          </a:p>
        </p:txBody>
      </p:sp>
    </p:spTree>
    <p:extLst>
      <p:ext uri="{BB962C8B-B14F-4D97-AF65-F5344CB8AC3E}">
        <p14:creationId xmlns:p14="http://schemas.microsoft.com/office/powerpoint/2010/main" val="35180431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n con leyenda">
    <p:spTree>
      <p:nvGrpSpPr>
        <p:cNvPr id="1" name=""/>
        <p:cNvGrpSpPr/>
        <p:nvPr/>
      </p:nvGrpSpPr>
      <p:grpSpPr>
        <a:xfrm>
          <a:off x="0" y="0"/>
          <a:ext cx="0" cy="0"/>
          <a:chOff x="0" y="0"/>
          <a:chExt cx="0" cy="0"/>
        </a:xfrm>
      </p:grpSpPr>
      <p:sp>
        <p:nvSpPr>
          <p:cNvPr id="11" name="Rectángulo 10"/>
          <p:cNvSpPr/>
          <p:nvPr/>
        </p:nvSpPr>
        <p:spPr bwMode="gray">
          <a:xfrm>
            <a:off x="0" y="0"/>
            <a:ext cx="609441" cy="6858000"/>
          </a:xfrm>
          <a:prstGeom prst="rect">
            <a:avLst/>
          </a:prstGeom>
          <a:solidFill>
            <a:schemeClr val="accent1">
              <a:lumMod val="75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lvl="0" algn="ctr" rtl="0"/>
            <a:endParaRPr lang="es-ES" noProof="0" dirty="0"/>
          </a:p>
        </p:txBody>
      </p:sp>
      <p:sp>
        <p:nvSpPr>
          <p:cNvPr id="8" name="Rectángulo 7"/>
          <p:cNvSpPr/>
          <p:nvPr/>
        </p:nvSpPr>
        <p:spPr bwMode="black">
          <a:xfrm>
            <a:off x="11884104" y="0"/>
            <a:ext cx="304721"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lvl="0" algn="ctr" rtl="0"/>
            <a:endParaRPr lang="es-ES" noProof="0" dirty="0"/>
          </a:p>
        </p:txBody>
      </p:sp>
      <p:sp>
        <p:nvSpPr>
          <p:cNvPr id="9" name="Rectángulo 8"/>
          <p:cNvSpPr/>
          <p:nvPr/>
        </p:nvSpPr>
        <p:spPr bwMode="ltGray">
          <a:xfrm>
            <a:off x="4875530" y="0"/>
            <a:ext cx="7017034" cy="685800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lvl="0" algn="ctr" rtl="0"/>
            <a:endParaRPr lang="es-ES" noProof="0" dirty="0"/>
          </a:p>
        </p:txBody>
      </p:sp>
      <p:sp>
        <p:nvSpPr>
          <p:cNvPr id="2" name="Título 1"/>
          <p:cNvSpPr>
            <a:spLocks noGrp="1"/>
          </p:cNvSpPr>
          <p:nvPr>
            <p:ph type="title"/>
          </p:nvPr>
        </p:nvSpPr>
        <p:spPr>
          <a:xfrm>
            <a:off x="1074240" y="381000"/>
            <a:ext cx="3293422" cy="1371600"/>
          </a:xfrm>
        </p:spPr>
        <p:txBody>
          <a:bodyPr rtlCol="0" anchor="b">
            <a:normAutofit/>
          </a:bodyPr>
          <a:lstStyle>
            <a:lvl1pPr algn="l">
              <a:defRPr sz="2800" b="0" cap="all" baseline="0">
                <a:solidFill>
                  <a:schemeClr val="tx1">
                    <a:lumMod val="75000"/>
                  </a:schemeClr>
                </a:solidFill>
              </a:defRPr>
            </a:lvl1pPr>
          </a:lstStyle>
          <a:p>
            <a:pPr rtl="0"/>
            <a:r>
              <a:rPr lang="es-ES" noProof="0"/>
              <a:t>Haga clic para modificar el estilo de título del patrón</a:t>
            </a:r>
            <a:endParaRPr lang="es-ES" noProof="0" dirty="0"/>
          </a:p>
        </p:txBody>
      </p:sp>
      <p:sp>
        <p:nvSpPr>
          <p:cNvPr id="3" name="Marcador de posición de imagen 2" descr="Marcador de posición vacío para agregar una imagen. Haga clic en el marcador de posición y seleccione la imagen que desee agregar"/>
          <p:cNvSpPr>
            <a:spLocks noGrp="1"/>
          </p:cNvSpPr>
          <p:nvPr>
            <p:ph type="pic" idx="1"/>
          </p:nvPr>
        </p:nvSpPr>
        <p:spPr bwMode="auto">
          <a:xfrm>
            <a:off x="5180251" y="482600"/>
            <a:ext cx="6195986" cy="5689600"/>
          </a:xfrm>
          <a:ln w="19050">
            <a:solidFill>
              <a:schemeClr val="bg1"/>
            </a:solidFill>
          </a:ln>
        </p:spPr>
        <p:txBody>
          <a:bodyPr rtlCol="0">
            <a:normAutofit/>
          </a:bodyPr>
          <a:lstStyle>
            <a:lvl1pPr marL="0" indent="0">
              <a:buNone/>
              <a:defRPr sz="2800" baseline="0">
                <a:solidFill>
                  <a:schemeClr val="tx2"/>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rtl="0"/>
            <a:r>
              <a:rPr lang="es-ES" noProof="0"/>
              <a:t>Haga clic en el icono para agregar una imagen</a:t>
            </a:r>
            <a:endParaRPr lang="es-ES" noProof="0" dirty="0"/>
          </a:p>
        </p:txBody>
      </p:sp>
      <p:sp>
        <p:nvSpPr>
          <p:cNvPr id="4" name="Marcador de posición de texto 3"/>
          <p:cNvSpPr>
            <a:spLocks noGrp="1"/>
          </p:cNvSpPr>
          <p:nvPr>
            <p:ph type="body" sz="half" idx="2"/>
          </p:nvPr>
        </p:nvSpPr>
        <p:spPr>
          <a:xfrm>
            <a:off x="1074240" y="1828800"/>
            <a:ext cx="3293422" cy="4343400"/>
          </a:xfrm>
        </p:spPr>
        <p:txBody>
          <a:bodyPr rtlCol="0">
            <a:normAutofit/>
          </a:bodyPr>
          <a:lstStyle>
            <a:lvl1pPr marL="0" indent="0">
              <a:buNone/>
              <a:defRPr sz="20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es-ES" noProof="0"/>
              <a:t>Haga clic para modificar los estilos de texto del patrón</a:t>
            </a:r>
          </a:p>
        </p:txBody>
      </p:sp>
      <p:sp>
        <p:nvSpPr>
          <p:cNvPr id="5" name="Marcador de posición de fecha 4"/>
          <p:cNvSpPr>
            <a:spLocks noGrp="1"/>
          </p:cNvSpPr>
          <p:nvPr>
            <p:ph type="dt" sz="half" idx="10"/>
          </p:nvPr>
        </p:nvSpPr>
        <p:spPr/>
        <p:txBody>
          <a:bodyPr rtlCol="0"/>
          <a:lstStyle>
            <a:lvl1pPr>
              <a:defRPr baseline="0">
                <a:solidFill>
                  <a:schemeClr val="tx2"/>
                </a:solidFill>
              </a:defRPr>
            </a:lvl1pPr>
          </a:lstStyle>
          <a:p>
            <a:pPr rtl="0"/>
            <a:fld id="{CB016917-91ED-4B62-9DC6-0583229F954A}" type="datetime1">
              <a:rPr lang="es-ES" noProof="0" smtClean="0"/>
              <a:t>29/05/2024</a:t>
            </a:fld>
            <a:endParaRPr lang="es-ES" noProof="0" dirty="0"/>
          </a:p>
        </p:txBody>
      </p:sp>
      <p:sp>
        <p:nvSpPr>
          <p:cNvPr id="6" name="Marcador de posición de pie de página 5"/>
          <p:cNvSpPr>
            <a:spLocks noGrp="1"/>
          </p:cNvSpPr>
          <p:nvPr>
            <p:ph type="ftr" sz="quarter" idx="11"/>
          </p:nvPr>
        </p:nvSpPr>
        <p:spPr/>
        <p:txBody>
          <a:bodyPr rtlCol="0"/>
          <a:lstStyle>
            <a:lvl1pPr>
              <a:defRPr baseline="0">
                <a:solidFill>
                  <a:schemeClr val="tx2"/>
                </a:solidFill>
              </a:defRPr>
            </a:lvl1pPr>
          </a:lstStyle>
          <a:p>
            <a:pPr rtl="0"/>
            <a:r>
              <a:rPr lang="es-ES" noProof="0" dirty="0"/>
              <a:t>Agregar un pie de página</a:t>
            </a:r>
          </a:p>
        </p:txBody>
      </p:sp>
      <p:sp>
        <p:nvSpPr>
          <p:cNvPr id="7" name="Marcador de posición de número de diapositiva 6"/>
          <p:cNvSpPr>
            <a:spLocks noGrp="1"/>
          </p:cNvSpPr>
          <p:nvPr>
            <p:ph type="sldNum" sz="quarter" idx="12"/>
          </p:nvPr>
        </p:nvSpPr>
        <p:spPr/>
        <p:txBody>
          <a:bodyPr rtlCol="0"/>
          <a:lstStyle>
            <a:lvl1pPr>
              <a:defRPr baseline="0">
                <a:solidFill>
                  <a:schemeClr val="tx2"/>
                </a:solidFill>
              </a:defRPr>
            </a:lvl1pPr>
          </a:lstStyle>
          <a:p>
            <a:pPr rtl="0"/>
            <a:fld id="{7DC1BBB0-96F0-4077-A278-0F3FB5C104D3}" type="slidenum">
              <a:rPr lang="es-ES" noProof="0" smtClean="0"/>
              <a:pPr rtl="0"/>
              <a:t>‹Nº›</a:t>
            </a:fld>
            <a:endParaRPr lang="es-ES" noProof="0" dirty="0"/>
          </a:p>
        </p:txBody>
      </p:sp>
      <p:cxnSp>
        <p:nvCxnSpPr>
          <p:cNvPr id="10" name="Conector recto 9"/>
          <p:cNvCxnSpPr/>
          <p:nvPr/>
        </p:nvCxnSpPr>
        <p:spPr bwMode="white">
          <a:xfrm>
            <a:off x="11879867" y="0"/>
            <a:ext cx="0" cy="685800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739002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rtlCol="0"/>
          <a:lstStyle/>
          <a:p>
            <a:pPr rtl="0"/>
            <a:r>
              <a:rPr lang="es-ES" noProof="0"/>
              <a:t>Haga clic para modificar el estilo de título del patrón</a:t>
            </a:r>
            <a:endParaRPr lang="es-ES" noProof="0" dirty="0"/>
          </a:p>
        </p:txBody>
      </p:sp>
      <p:sp>
        <p:nvSpPr>
          <p:cNvPr id="3" name="Marcador de posición de texto vertical 2"/>
          <p:cNvSpPr>
            <a:spLocks noGrp="1"/>
          </p:cNvSpPr>
          <p:nvPr>
            <p:ph type="body" orient="vert" idx="1"/>
          </p:nvPr>
        </p:nvSpPr>
        <p:spPr/>
        <p:txBody>
          <a:bodyPr vert="eaVert" rtlCol="0"/>
          <a:lstStyle>
            <a:lvl5pPr>
              <a:defRPr/>
            </a:lvl5pPr>
            <a:lvl6pPr>
              <a:defRPr/>
            </a:lvl6pPr>
            <a:lvl7pPr>
              <a:defRPr/>
            </a:lvl7pPr>
            <a:lvl8pPr>
              <a:defRPr/>
            </a:lvl8pPr>
            <a:lvl9pPr>
              <a:defRPr/>
            </a:lvl9p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endParaRPr lang="es-ES" noProof="0" dirty="0"/>
          </a:p>
        </p:txBody>
      </p:sp>
      <p:sp>
        <p:nvSpPr>
          <p:cNvPr id="4" name="Marcador de posición de fecha 3"/>
          <p:cNvSpPr>
            <a:spLocks noGrp="1"/>
          </p:cNvSpPr>
          <p:nvPr>
            <p:ph type="dt" sz="half" idx="10"/>
          </p:nvPr>
        </p:nvSpPr>
        <p:spPr/>
        <p:txBody>
          <a:bodyPr rtlCol="0"/>
          <a:lstStyle/>
          <a:p>
            <a:pPr rtl="0"/>
            <a:fld id="{45EEB305-4E92-401E-9FCA-996DF9FD55B6}" type="datetime1">
              <a:rPr lang="es-ES" noProof="0" smtClean="0"/>
              <a:t>29/05/2024</a:t>
            </a:fld>
            <a:endParaRPr lang="es-ES" noProof="0" dirty="0"/>
          </a:p>
        </p:txBody>
      </p:sp>
      <p:sp>
        <p:nvSpPr>
          <p:cNvPr id="5" name="Marcador de posición de pie de página 4"/>
          <p:cNvSpPr>
            <a:spLocks noGrp="1"/>
          </p:cNvSpPr>
          <p:nvPr>
            <p:ph type="ftr" sz="quarter" idx="11"/>
          </p:nvPr>
        </p:nvSpPr>
        <p:spPr/>
        <p:txBody>
          <a:bodyPr rtlCol="0"/>
          <a:lstStyle/>
          <a:p>
            <a:pPr rtl="0"/>
            <a:r>
              <a:rPr lang="es-ES" noProof="0" dirty="0"/>
              <a:t>Agregar un pie de página</a:t>
            </a:r>
          </a:p>
        </p:txBody>
      </p:sp>
      <p:sp>
        <p:nvSpPr>
          <p:cNvPr id="6" name="Marcador de posición de número de diapositiva 5"/>
          <p:cNvSpPr>
            <a:spLocks noGrp="1"/>
          </p:cNvSpPr>
          <p:nvPr>
            <p:ph type="sldNum" sz="quarter" idx="12"/>
          </p:nvPr>
        </p:nvSpPr>
        <p:spPr/>
        <p:txBody>
          <a:bodyPr rtlCol="0"/>
          <a:lstStyle/>
          <a:p>
            <a:pPr rtl="0"/>
            <a:fld id="{7DC1BBB0-96F0-4077-A278-0F3FB5C104D3}" type="slidenum">
              <a:rPr lang="es-ES" noProof="0"/>
              <a:t>‹Nº›</a:t>
            </a:fld>
            <a:endParaRPr lang="es-ES" noProof="0" dirty="0"/>
          </a:p>
        </p:txBody>
      </p:sp>
    </p:spTree>
    <p:extLst>
      <p:ext uri="{BB962C8B-B14F-4D97-AF65-F5344CB8AC3E}">
        <p14:creationId xmlns:p14="http://schemas.microsoft.com/office/powerpoint/2010/main" val="20408808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Título vertical y texto">
    <p:spTree>
      <p:nvGrpSpPr>
        <p:cNvPr id="1" name=""/>
        <p:cNvGrpSpPr/>
        <p:nvPr/>
      </p:nvGrpSpPr>
      <p:grpSpPr>
        <a:xfrm>
          <a:off x="0" y="0"/>
          <a:ext cx="0" cy="0"/>
          <a:chOff x="0" y="0"/>
          <a:chExt cx="0" cy="0"/>
        </a:xfrm>
      </p:grpSpPr>
      <p:sp>
        <p:nvSpPr>
          <p:cNvPr id="7" name="Rectángulo 6"/>
          <p:cNvSpPr/>
          <p:nvPr/>
        </p:nvSpPr>
        <p:spPr bwMode="black">
          <a:xfrm>
            <a:off x="11884104" y="0"/>
            <a:ext cx="304721" cy="6858000"/>
          </a:xfrm>
          <a:prstGeom prst="rect">
            <a:avLst/>
          </a:pr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lvl="0" algn="ctr" rtl="0"/>
            <a:endParaRPr lang="es-ES" noProof="0" dirty="0"/>
          </a:p>
        </p:txBody>
      </p:sp>
      <p:sp>
        <p:nvSpPr>
          <p:cNvPr id="8" name="Rectángulo 7"/>
          <p:cNvSpPr/>
          <p:nvPr/>
        </p:nvSpPr>
        <p:spPr bwMode="ltGray">
          <a:xfrm>
            <a:off x="617143" y="0"/>
            <a:ext cx="60944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rtl="0"/>
            <a:endParaRPr lang="es-ES" noProof="0" dirty="0"/>
          </a:p>
        </p:txBody>
      </p:sp>
      <p:sp>
        <p:nvSpPr>
          <p:cNvPr id="9" name="Rectángulo 8"/>
          <p:cNvSpPr/>
          <p:nvPr/>
        </p:nvSpPr>
        <p:spPr bwMode="gray">
          <a:xfrm>
            <a:off x="0" y="0"/>
            <a:ext cx="609441" cy="6858000"/>
          </a:xfrm>
          <a:prstGeom prst="rect">
            <a:avLst/>
          </a:prstGeom>
          <a:solidFill>
            <a:schemeClr val="accent1">
              <a:lumMod val="75000"/>
              <a:alpha val="87843"/>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rtl="0"/>
            <a:endParaRPr lang="es-ES" noProof="0" dirty="0"/>
          </a:p>
        </p:txBody>
      </p:sp>
      <p:sp>
        <p:nvSpPr>
          <p:cNvPr id="10" name="Rectángulo 9"/>
          <p:cNvSpPr/>
          <p:nvPr/>
        </p:nvSpPr>
        <p:spPr bwMode="black">
          <a:xfrm>
            <a:off x="617143" y="736219"/>
            <a:ext cx="609441" cy="609600"/>
          </a:xfrm>
          <a:prstGeom prst="rect">
            <a:avLst/>
          </a:prstGeom>
          <a:solidFill>
            <a:schemeClr val="accent1">
              <a:lumMod val="50000"/>
              <a:alpha val="7490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dirty="0"/>
          </a:p>
        </p:txBody>
      </p:sp>
      <p:cxnSp>
        <p:nvCxnSpPr>
          <p:cNvPr id="11" name="Conector recto 10"/>
          <p:cNvCxnSpPr/>
          <p:nvPr/>
        </p:nvCxnSpPr>
        <p:spPr bwMode="white">
          <a:xfrm>
            <a:off x="617143" y="736219"/>
            <a:ext cx="609441"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 name="Conector recto 11"/>
          <p:cNvCxnSpPr/>
          <p:nvPr/>
        </p:nvCxnSpPr>
        <p:spPr bwMode="white">
          <a:xfrm>
            <a:off x="617143" y="1345819"/>
            <a:ext cx="609441"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3" name="Pi"/>
          <p:cNvSpPr>
            <a:spLocks/>
          </p:cNvSpPr>
          <p:nvPr/>
        </p:nvSpPr>
        <p:spPr bwMode="white">
          <a:xfrm rot="5400000">
            <a:off x="756095" y="898102"/>
            <a:ext cx="336023" cy="294097"/>
          </a:xfrm>
          <a:custGeom>
            <a:avLst/>
            <a:gdLst>
              <a:gd name="T0" fmla="*/ 411 w 426"/>
              <a:gd name="T1" fmla="*/ 0 h 372"/>
              <a:gd name="T2" fmla="*/ 90 w 426"/>
              <a:gd name="T3" fmla="*/ 0 h 372"/>
              <a:gd name="T4" fmla="*/ 3 w 426"/>
              <a:gd name="T5" fmla="*/ 64 h 372"/>
              <a:gd name="T6" fmla="*/ 12 w 426"/>
              <a:gd name="T7" fmla="*/ 83 h 372"/>
              <a:gd name="T8" fmla="*/ 17 w 426"/>
              <a:gd name="T9" fmla="*/ 83 h 372"/>
              <a:gd name="T10" fmla="*/ 31 w 426"/>
              <a:gd name="T11" fmla="*/ 73 h 372"/>
              <a:gd name="T12" fmla="*/ 90 w 426"/>
              <a:gd name="T13" fmla="*/ 30 h 372"/>
              <a:gd name="T14" fmla="*/ 131 w 426"/>
              <a:gd name="T15" fmla="*/ 30 h 372"/>
              <a:gd name="T16" fmla="*/ 61 w 426"/>
              <a:gd name="T17" fmla="*/ 334 h 372"/>
              <a:gd name="T18" fmla="*/ 61 w 426"/>
              <a:gd name="T19" fmla="*/ 355 h 372"/>
              <a:gd name="T20" fmla="*/ 72 w 426"/>
              <a:gd name="T21" fmla="*/ 359 h 372"/>
              <a:gd name="T22" fmla="*/ 83 w 426"/>
              <a:gd name="T23" fmla="*/ 355 h 372"/>
              <a:gd name="T24" fmla="*/ 161 w 426"/>
              <a:gd name="T25" fmla="*/ 30 h 372"/>
              <a:gd name="T26" fmla="*/ 272 w 426"/>
              <a:gd name="T27" fmla="*/ 30 h 372"/>
              <a:gd name="T28" fmla="*/ 253 w 426"/>
              <a:gd name="T29" fmla="*/ 270 h 372"/>
              <a:gd name="T30" fmla="*/ 277 w 426"/>
              <a:gd name="T31" fmla="*/ 355 h 372"/>
              <a:gd name="T32" fmla="*/ 322 w 426"/>
              <a:gd name="T33" fmla="*/ 372 h 372"/>
              <a:gd name="T34" fmla="*/ 335 w 426"/>
              <a:gd name="T35" fmla="*/ 371 h 372"/>
              <a:gd name="T36" fmla="*/ 417 w 426"/>
              <a:gd name="T37" fmla="*/ 280 h 372"/>
              <a:gd name="T38" fmla="*/ 406 w 426"/>
              <a:gd name="T39" fmla="*/ 262 h 372"/>
              <a:gd name="T40" fmla="*/ 388 w 426"/>
              <a:gd name="T41" fmla="*/ 273 h 372"/>
              <a:gd name="T42" fmla="*/ 331 w 426"/>
              <a:gd name="T43" fmla="*/ 341 h 372"/>
              <a:gd name="T44" fmla="*/ 298 w 426"/>
              <a:gd name="T45" fmla="*/ 333 h 372"/>
              <a:gd name="T46" fmla="*/ 283 w 426"/>
              <a:gd name="T47" fmla="*/ 272 h 372"/>
              <a:gd name="T48" fmla="*/ 302 w 426"/>
              <a:gd name="T49" fmla="*/ 30 h 372"/>
              <a:gd name="T50" fmla="*/ 411 w 426"/>
              <a:gd name="T51" fmla="*/ 30 h 372"/>
              <a:gd name="T52" fmla="*/ 426 w 426"/>
              <a:gd name="T53" fmla="*/ 15 h 372"/>
              <a:gd name="T54" fmla="*/ 411 w 426"/>
              <a:gd name="T55" fmla="*/ 0 h 3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426" h="372">
                <a:moveTo>
                  <a:pt x="411" y="0"/>
                </a:moveTo>
                <a:cubicBezTo>
                  <a:pt x="90" y="0"/>
                  <a:pt x="90" y="0"/>
                  <a:pt x="90" y="0"/>
                </a:cubicBezTo>
                <a:cubicBezTo>
                  <a:pt x="25" y="0"/>
                  <a:pt x="4" y="61"/>
                  <a:pt x="3" y="64"/>
                </a:cubicBezTo>
                <a:cubicBezTo>
                  <a:pt x="0" y="71"/>
                  <a:pt x="4" y="80"/>
                  <a:pt x="12" y="83"/>
                </a:cubicBezTo>
                <a:cubicBezTo>
                  <a:pt x="14" y="83"/>
                  <a:pt x="15" y="83"/>
                  <a:pt x="17" y="83"/>
                </a:cubicBezTo>
                <a:cubicBezTo>
                  <a:pt x="23" y="83"/>
                  <a:pt x="29" y="80"/>
                  <a:pt x="31" y="73"/>
                </a:cubicBezTo>
                <a:cubicBezTo>
                  <a:pt x="31" y="73"/>
                  <a:pt x="46" y="30"/>
                  <a:pt x="90" y="30"/>
                </a:cubicBezTo>
                <a:cubicBezTo>
                  <a:pt x="131" y="30"/>
                  <a:pt x="131" y="30"/>
                  <a:pt x="131" y="30"/>
                </a:cubicBezTo>
                <a:cubicBezTo>
                  <a:pt x="129" y="83"/>
                  <a:pt x="118" y="274"/>
                  <a:pt x="61" y="334"/>
                </a:cubicBezTo>
                <a:cubicBezTo>
                  <a:pt x="55" y="340"/>
                  <a:pt x="55" y="350"/>
                  <a:pt x="61" y="355"/>
                </a:cubicBezTo>
                <a:cubicBezTo>
                  <a:pt x="64" y="358"/>
                  <a:pt x="68" y="359"/>
                  <a:pt x="72" y="359"/>
                </a:cubicBezTo>
                <a:cubicBezTo>
                  <a:pt x="76" y="359"/>
                  <a:pt x="80" y="358"/>
                  <a:pt x="83" y="355"/>
                </a:cubicBezTo>
                <a:cubicBezTo>
                  <a:pt x="148" y="286"/>
                  <a:pt x="159" y="84"/>
                  <a:pt x="161" y="30"/>
                </a:cubicBezTo>
                <a:cubicBezTo>
                  <a:pt x="272" y="30"/>
                  <a:pt x="272" y="30"/>
                  <a:pt x="272" y="30"/>
                </a:cubicBezTo>
                <a:cubicBezTo>
                  <a:pt x="253" y="270"/>
                  <a:pt x="253" y="270"/>
                  <a:pt x="253" y="270"/>
                </a:cubicBezTo>
                <a:cubicBezTo>
                  <a:pt x="253" y="272"/>
                  <a:pt x="248" y="327"/>
                  <a:pt x="277" y="355"/>
                </a:cubicBezTo>
                <a:cubicBezTo>
                  <a:pt x="289" y="366"/>
                  <a:pt x="304" y="372"/>
                  <a:pt x="322" y="372"/>
                </a:cubicBezTo>
                <a:cubicBezTo>
                  <a:pt x="326" y="372"/>
                  <a:pt x="330" y="372"/>
                  <a:pt x="335" y="371"/>
                </a:cubicBezTo>
                <a:cubicBezTo>
                  <a:pt x="398" y="362"/>
                  <a:pt x="416" y="283"/>
                  <a:pt x="417" y="280"/>
                </a:cubicBezTo>
                <a:cubicBezTo>
                  <a:pt x="419" y="271"/>
                  <a:pt x="414" y="264"/>
                  <a:pt x="406" y="262"/>
                </a:cubicBezTo>
                <a:cubicBezTo>
                  <a:pt x="398" y="260"/>
                  <a:pt x="390" y="265"/>
                  <a:pt x="388" y="273"/>
                </a:cubicBezTo>
                <a:cubicBezTo>
                  <a:pt x="388" y="274"/>
                  <a:pt x="373" y="335"/>
                  <a:pt x="331" y="341"/>
                </a:cubicBezTo>
                <a:cubicBezTo>
                  <a:pt x="316" y="343"/>
                  <a:pt x="306" y="341"/>
                  <a:pt x="298" y="333"/>
                </a:cubicBezTo>
                <a:cubicBezTo>
                  <a:pt x="282" y="318"/>
                  <a:pt x="282" y="284"/>
                  <a:pt x="283" y="272"/>
                </a:cubicBezTo>
                <a:cubicBezTo>
                  <a:pt x="302" y="30"/>
                  <a:pt x="302" y="30"/>
                  <a:pt x="302" y="30"/>
                </a:cubicBezTo>
                <a:cubicBezTo>
                  <a:pt x="411" y="30"/>
                  <a:pt x="411" y="30"/>
                  <a:pt x="411" y="30"/>
                </a:cubicBezTo>
                <a:cubicBezTo>
                  <a:pt x="419" y="30"/>
                  <a:pt x="426" y="24"/>
                  <a:pt x="426" y="15"/>
                </a:cubicBezTo>
                <a:cubicBezTo>
                  <a:pt x="426" y="7"/>
                  <a:pt x="419" y="0"/>
                  <a:pt x="411" y="0"/>
                </a:cubicBezTo>
                <a:close/>
              </a:path>
            </a:pathLst>
          </a:custGeom>
          <a:solidFill>
            <a:schemeClr val="bg1"/>
          </a:solidFill>
          <a:ln>
            <a:noFill/>
          </a:ln>
        </p:spPr>
        <p:txBody>
          <a:bodyPr vert="horz" wrap="square" lIns="91440" tIns="45720" rIns="91440" bIns="45720" numCol="1" rtlCol="0" anchor="t" anchorCtr="0" compatLnSpc="1">
            <a:prstTxWarp prst="textNoShape">
              <a:avLst/>
            </a:prstTxWarp>
          </a:bodyPr>
          <a:lstStyle/>
          <a:p>
            <a:pPr rtl="0"/>
            <a:endParaRPr lang="es-ES" noProof="0" dirty="0"/>
          </a:p>
        </p:txBody>
      </p:sp>
      <p:cxnSp>
        <p:nvCxnSpPr>
          <p:cNvPr id="14" name="Conector recto 13"/>
          <p:cNvCxnSpPr/>
          <p:nvPr/>
        </p:nvCxnSpPr>
        <p:spPr bwMode="white">
          <a:xfrm>
            <a:off x="617143" y="0"/>
            <a:ext cx="0" cy="685800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2" name="Título vertical 1"/>
          <p:cNvSpPr>
            <a:spLocks noGrp="1"/>
          </p:cNvSpPr>
          <p:nvPr>
            <p:ph type="title" orient="vert"/>
          </p:nvPr>
        </p:nvSpPr>
        <p:spPr>
          <a:xfrm>
            <a:off x="9599612" y="685800"/>
            <a:ext cx="1787526" cy="5486400"/>
          </a:xfrm>
        </p:spPr>
        <p:txBody>
          <a:bodyPr vert="eaVert" rtlCol="0"/>
          <a:lstStyle/>
          <a:p>
            <a:pPr rtl="0"/>
            <a:r>
              <a:rPr lang="es-ES" noProof="0"/>
              <a:t>Haga clic para modificar el estilo de título del patrón</a:t>
            </a:r>
            <a:endParaRPr lang="es-ES" noProof="0" dirty="0"/>
          </a:p>
        </p:txBody>
      </p:sp>
      <p:sp>
        <p:nvSpPr>
          <p:cNvPr id="3" name="Marcador de posición de texto vertical 2"/>
          <p:cNvSpPr>
            <a:spLocks noGrp="1"/>
          </p:cNvSpPr>
          <p:nvPr>
            <p:ph type="body" orient="vert" idx="1"/>
          </p:nvPr>
        </p:nvSpPr>
        <p:spPr>
          <a:xfrm>
            <a:off x="1598613" y="685800"/>
            <a:ext cx="7848599" cy="5486400"/>
          </a:xfrm>
        </p:spPr>
        <p:txBody>
          <a:bodyPr vert="eaVert" rtlCol="0"/>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endParaRPr lang="es-ES" noProof="0" dirty="0"/>
          </a:p>
        </p:txBody>
      </p:sp>
      <p:sp>
        <p:nvSpPr>
          <p:cNvPr id="4" name="Marcador de posición de fecha 3"/>
          <p:cNvSpPr>
            <a:spLocks noGrp="1"/>
          </p:cNvSpPr>
          <p:nvPr>
            <p:ph type="dt" sz="half" idx="10"/>
          </p:nvPr>
        </p:nvSpPr>
        <p:spPr/>
        <p:txBody>
          <a:bodyPr rtlCol="0"/>
          <a:lstStyle/>
          <a:p>
            <a:pPr rtl="0"/>
            <a:fld id="{67E901BA-1555-4CE1-92B2-39682A57B7CA}" type="datetime1">
              <a:rPr lang="es-ES" noProof="0" smtClean="0"/>
              <a:t>29/05/2024</a:t>
            </a:fld>
            <a:endParaRPr lang="es-ES" noProof="0" dirty="0"/>
          </a:p>
        </p:txBody>
      </p:sp>
      <p:sp>
        <p:nvSpPr>
          <p:cNvPr id="5" name="Marcador de posición de pie de página 4"/>
          <p:cNvSpPr>
            <a:spLocks noGrp="1"/>
          </p:cNvSpPr>
          <p:nvPr>
            <p:ph type="ftr" sz="quarter" idx="11"/>
          </p:nvPr>
        </p:nvSpPr>
        <p:spPr/>
        <p:txBody>
          <a:bodyPr rtlCol="0"/>
          <a:lstStyle/>
          <a:p>
            <a:pPr rtl="0"/>
            <a:r>
              <a:rPr lang="es-ES" noProof="0" dirty="0"/>
              <a:t>Agregar un pie de página</a:t>
            </a:r>
          </a:p>
        </p:txBody>
      </p:sp>
      <p:sp>
        <p:nvSpPr>
          <p:cNvPr id="6" name="Marcador de posición de número de diapositiva 5"/>
          <p:cNvSpPr>
            <a:spLocks noGrp="1"/>
          </p:cNvSpPr>
          <p:nvPr>
            <p:ph type="sldNum" sz="quarter" idx="12"/>
          </p:nvPr>
        </p:nvSpPr>
        <p:spPr/>
        <p:txBody>
          <a:bodyPr rtlCol="0"/>
          <a:lstStyle/>
          <a:p>
            <a:pPr rtl="0"/>
            <a:fld id="{7DC1BBB0-96F0-4077-A278-0F3FB5C104D3}" type="slidenum">
              <a:rPr lang="es-ES" noProof="0"/>
              <a:t>‹Nº›</a:t>
            </a:fld>
            <a:endParaRPr lang="es-ES" noProof="0" dirty="0"/>
          </a:p>
        </p:txBody>
      </p:sp>
    </p:spTree>
    <p:extLst>
      <p:ext uri="{BB962C8B-B14F-4D97-AF65-F5344CB8AC3E}">
        <p14:creationId xmlns:p14="http://schemas.microsoft.com/office/powerpoint/2010/main" val="6128176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ángulo 6"/>
          <p:cNvSpPr/>
          <p:nvPr/>
        </p:nvSpPr>
        <p:spPr bwMode="gray">
          <a:xfrm>
            <a:off x="11884104" y="0"/>
            <a:ext cx="304721" cy="6858000"/>
          </a:xfrm>
          <a:prstGeom prst="rect">
            <a:avLst/>
          </a:pr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lvl="0" algn="ctr" rtl="0"/>
            <a:endParaRPr lang="es-ES" noProof="0" dirty="0"/>
          </a:p>
        </p:txBody>
      </p:sp>
      <p:sp>
        <p:nvSpPr>
          <p:cNvPr id="8" name="Rectángulo 7"/>
          <p:cNvSpPr/>
          <p:nvPr/>
        </p:nvSpPr>
        <p:spPr bwMode="ltGray">
          <a:xfrm>
            <a:off x="617143" y="0"/>
            <a:ext cx="60944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rtl="0"/>
            <a:endParaRPr lang="es-ES" noProof="0" dirty="0"/>
          </a:p>
        </p:txBody>
      </p:sp>
      <p:sp>
        <p:nvSpPr>
          <p:cNvPr id="9" name="Rectángulo 8"/>
          <p:cNvSpPr/>
          <p:nvPr/>
        </p:nvSpPr>
        <p:spPr bwMode="gray">
          <a:xfrm>
            <a:off x="0" y="0"/>
            <a:ext cx="609441" cy="6858000"/>
          </a:xfrm>
          <a:prstGeom prst="rect">
            <a:avLst/>
          </a:prstGeom>
          <a:solidFill>
            <a:schemeClr val="accent1">
              <a:lumMod val="75000"/>
              <a:alpha val="87843"/>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rtl="0"/>
            <a:endParaRPr lang="es-ES" noProof="0" dirty="0"/>
          </a:p>
        </p:txBody>
      </p:sp>
      <p:sp>
        <p:nvSpPr>
          <p:cNvPr id="13" name="Rectángulo 12"/>
          <p:cNvSpPr/>
          <p:nvPr/>
        </p:nvSpPr>
        <p:spPr bwMode="black">
          <a:xfrm>
            <a:off x="617143" y="736219"/>
            <a:ext cx="609441" cy="609600"/>
          </a:xfrm>
          <a:prstGeom prst="rect">
            <a:avLst/>
          </a:prstGeom>
          <a:solidFill>
            <a:schemeClr val="accent1">
              <a:lumMod val="50000"/>
              <a:alpha val="7490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dirty="0"/>
          </a:p>
        </p:txBody>
      </p:sp>
      <p:cxnSp>
        <p:nvCxnSpPr>
          <p:cNvPr id="14" name="Conector recto 13"/>
          <p:cNvCxnSpPr/>
          <p:nvPr/>
        </p:nvCxnSpPr>
        <p:spPr bwMode="white">
          <a:xfrm>
            <a:off x="617143" y="736219"/>
            <a:ext cx="609441"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5" name="Conector recto 14"/>
          <p:cNvCxnSpPr/>
          <p:nvPr/>
        </p:nvCxnSpPr>
        <p:spPr bwMode="white">
          <a:xfrm>
            <a:off x="617143" y="1345819"/>
            <a:ext cx="609441"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2" name="Pi"/>
          <p:cNvSpPr>
            <a:spLocks/>
          </p:cNvSpPr>
          <p:nvPr/>
        </p:nvSpPr>
        <p:spPr bwMode="white">
          <a:xfrm>
            <a:off x="756095" y="898102"/>
            <a:ext cx="336023" cy="294097"/>
          </a:xfrm>
          <a:custGeom>
            <a:avLst/>
            <a:gdLst>
              <a:gd name="T0" fmla="*/ 411 w 426"/>
              <a:gd name="T1" fmla="*/ 0 h 372"/>
              <a:gd name="T2" fmla="*/ 90 w 426"/>
              <a:gd name="T3" fmla="*/ 0 h 372"/>
              <a:gd name="T4" fmla="*/ 3 w 426"/>
              <a:gd name="T5" fmla="*/ 64 h 372"/>
              <a:gd name="T6" fmla="*/ 12 w 426"/>
              <a:gd name="T7" fmla="*/ 83 h 372"/>
              <a:gd name="T8" fmla="*/ 17 w 426"/>
              <a:gd name="T9" fmla="*/ 83 h 372"/>
              <a:gd name="T10" fmla="*/ 31 w 426"/>
              <a:gd name="T11" fmla="*/ 73 h 372"/>
              <a:gd name="T12" fmla="*/ 90 w 426"/>
              <a:gd name="T13" fmla="*/ 30 h 372"/>
              <a:gd name="T14" fmla="*/ 131 w 426"/>
              <a:gd name="T15" fmla="*/ 30 h 372"/>
              <a:gd name="T16" fmla="*/ 61 w 426"/>
              <a:gd name="T17" fmla="*/ 334 h 372"/>
              <a:gd name="T18" fmla="*/ 61 w 426"/>
              <a:gd name="T19" fmla="*/ 355 h 372"/>
              <a:gd name="T20" fmla="*/ 72 w 426"/>
              <a:gd name="T21" fmla="*/ 359 h 372"/>
              <a:gd name="T22" fmla="*/ 83 w 426"/>
              <a:gd name="T23" fmla="*/ 355 h 372"/>
              <a:gd name="T24" fmla="*/ 161 w 426"/>
              <a:gd name="T25" fmla="*/ 30 h 372"/>
              <a:gd name="T26" fmla="*/ 272 w 426"/>
              <a:gd name="T27" fmla="*/ 30 h 372"/>
              <a:gd name="T28" fmla="*/ 253 w 426"/>
              <a:gd name="T29" fmla="*/ 270 h 372"/>
              <a:gd name="T30" fmla="*/ 277 w 426"/>
              <a:gd name="T31" fmla="*/ 355 h 372"/>
              <a:gd name="T32" fmla="*/ 322 w 426"/>
              <a:gd name="T33" fmla="*/ 372 h 372"/>
              <a:gd name="T34" fmla="*/ 335 w 426"/>
              <a:gd name="T35" fmla="*/ 371 h 372"/>
              <a:gd name="T36" fmla="*/ 417 w 426"/>
              <a:gd name="T37" fmla="*/ 280 h 372"/>
              <a:gd name="T38" fmla="*/ 406 w 426"/>
              <a:gd name="T39" fmla="*/ 262 h 372"/>
              <a:gd name="T40" fmla="*/ 388 w 426"/>
              <a:gd name="T41" fmla="*/ 273 h 372"/>
              <a:gd name="T42" fmla="*/ 331 w 426"/>
              <a:gd name="T43" fmla="*/ 341 h 372"/>
              <a:gd name="T44" fmla="*/ 298 w 426"/>
              <a:gd name="T45" fmla="*/ 333 h 372"/>
              <a:gd name="T46" fmla="*/ 283 w 426"/>
              <a:gd name="T47" fmla="*/ 272 h 372"/>
              <a:gd name="T48" fmla="*/ 302 w 426"/>
              <a:gd name="T49" fmla="*/ 30 h 372"/>
              <a:gd name="T50" fmla="*/ 411 w 426"/>
              <a:gd name="T51" fmla="*/ 30 h 372"/>
              <a:gd name="T52" fmla="*/ 426 w 426"/>
              <a:gd name="T53" fmla="*/ 15 h 372"/>
              <a:gd name="T54" fmla="*/ 411 w 426"/>
              <a:gd name="T55" fmla="*/ 0 h 3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426" h="372">
                <a:moveTo>
                  <a:pt x="411" y="0"/>
                </a:moveTo>
                <a:cubicBezTo>
                  <a:pt x="90" y="0"/>
                  <a:pt x="90" y="0"/>
                  <a:pt x="90" y="0"/>
                </a:cubicBezTo>
                <a:cubicBezTo>
                  <a:pt x="25" y="0"/>
                  <a:pt x="4" y="61"/>
                  <a:pt x="3" y="64"/>
                </a:cubicBezTo>
                <a:cubicBezTo>
                  <a:pt x="0" y="71"/>
                  <a:pt x="4" y="80"/>
                  <a:pt x="12" y="83"/>
                </a:cubicBezTo>
                <a:cubicBezTo>
                  <a:pt x="14" y="83"/>
                  <a:pt x="15" y="83"/>
                  <a:pt x="17" y="83"/>
                </a:cubicBezTo>
                <a:cubicBezTo>
                  <a:pt x="23" y="83"/>
                  <a:pt x="29" y="80"/>
                  <a:pt x="31" y="73"/>
                </a:cubicBezTo>
                <a:cubicBezTo>
                  <a:pt x="31" y="73"/>
                  <a:pt x="46" y="30"/>
                  <a:pt x="90" y="30"/>
                </a:cubicBezTo>
                <a:cubicBezTo>
                  <a:pt x="131" y="30"/>
                  <a:pt x="131" y="30"/>
                  <a:pt x="131" y="30"/>
                </a:cubicBezTo>
                <a:cubicBezTo>
                  <a:pt x="129" y="83"/>
                  <a:pt x="118" y="274"/>
                  <a:pt x="61" y="334"/>
                </a:cubicBezTo>
                <a:cubicBezTo>
                  <a:pt x="55" y="340"/>
                  <a:pt x="55" y="350"/>
                  <a:pt x="61" y="355"/>
                </a:cubicBezTo>
                <a:cubicBezTo>
                  <a:pt x="64" y="358"/>
                  <a:pt x="68" y="359"/>
                  <a:pt x="72" y="359"/>
                </a:cubicBezTo>
                <a:cubicBezTo>
                  <a:pt x="76" y="359"/>
                  <a:pt x="80" y="358"/>
                  <a:pt x="83" y="355"/>
                </a:cubicBezTo>
                <a:cubicBezTo>
                  <a:pt x="148" y="286"/>
                  <a:pt x="159" y="84"/>
                  <a:pt x="161" y="30"/>
                </a:cubicBezTo>
                <a:cubicBezTo>
                  <a:pt x="272" y="30"/>
                  <a:pt x="272" y="30"/>
                  <a:pt x="272" y="30"/>
                </a:cubicBezTo>
                <a:cubicBezTo>
                  <a:pt x="253" y="270"/>
                  <a:pt x="253" y="270"/>
                  <a:pt x="253" y="270"/>
                </a:cubicBezTo>
                <a:cubicBezTo>
                  <a:pt x="253" y="272"/>
                  <a:pt x="248" y="327"/>
                  <a:pt x="277" y="355"/>
                </a:cubicBezTo>
                <a:cubicBezTo>
                  <a:pt x="289" y="366"/>
                  <a:pt x="304" y="372"/>
                  <a:pt x="322" y="372"/>
                </a:cubicBezTo>
                <a:cubicBezTo>
                  <a:pt x="326" y="372"/>
                  <a:pt x="330" y="372"/>
                  <a:pt x="335" y="371"/>
                </a:cubicBezTo>
                <a:cubicBezTo>
                  <a:pt x="398" y="362"/>
                  <a:pt x="416" y="283"/>
                  <a:pt x="417" y="280"/>
                </a:cubicBezTo>
                <a:cubicBezTo>
                  <a:pt x="419" y="271"/>
                  <a:pt x="414" y="264"/>
                  <a:pt x="406" y="262"/>
                </a:cubicBezTo>
                <a:cubicBezTo>
                  <a:pt x="398" y="260"/>
                  <a:pt x="390" y="265"/>
                  <a:pt x="388" y="273"/>
                </a:cubicBezTo>
                <a:cubicBezTo>
                  <a:pt x="388" y="274"/>
                  <a:pt x="373" y="335"/>
                  <a:pt x="331" y="341"/>
                </a:cubicBezTo>
                <a:cubicBezTo>
                  <a:pt x="316" y="343"/>
                  <a:pt x="306" y="341"/>
                  <a:pt x="298" y="333"/>
                </a:cubicBezTo>
                <a:cubicBezTo>
                  <a:pt x="282" y="318"/>
                  <a:pt x="282" y="284"/>
                  <a:pt x="283" y="272"/>
                </a:cubicBezTo>
                <a:cubicBezTo>
                  <a:pt x="302" y="30"/>
                  <a:pt x="302" y="30"/>
                  <a:pt x="302" y="30"/>
                </a:cubicBezTo>
                <a:cubicBezTo>
                  <a:pt x="411" y="30"/>
                  <a:pt x="411" y="30"/>
                  <a:pt x="411" y="30"/>
                </a:cubicBezTo>
                <a:cubicBezTo>
                  <a:pt x="419" y="30"/>
                  <a:pt x="426" y="24"/>
                  <a:pt x="426" y="15"/>
                </a:cubicBezTo>
                <a:cubicBezTo>
                  <a:pt x="426" y="7"/>
                  <a:pt x="419" y="0"/>
                  <a:pt x="411" y="0"/>
                </a:cubicBezTo>
                <a:close/>
              </a:path>
            </a:pathLst>
          </a:custGeom>
          <a:solidFill>
            <a:schemeClr val="bg1"/>
          </a:solidFill>
          <a:ln>
            <a:noFill/>
          </a:ln>
        </p:spPr>
        <p:txBody>
          <a:bodyPr vert="horz" wrap="square" lIns="91440" tIns="45720" rIns="91440" bIns="45720" numCol="1" rtlCol="0" anchor="t" anchorCtr="0" compatLnSpc="1">
            <a:prstTxWarp prst="textNoShape">
              <a:avLst/>
            </a:prstTxWarp>
          </a:bodyPr>
          <a:lstStyle/>
          <a:p>
            <a:pPr rtl="0"/>
            <a:endParaRPr lang="es-ES" noProof="0" dirty="0"/>
          </a:p>
        </p:txBody>
      </p:sp>
      <p:cxnSp>
        <p:nvCxnSpPr>
          <p:cNvPr id="16" name="Conector recto 15"/>
          <p:cNvCxnSpPr/>
          <p:nvPr/>
        </p:nvCxnSpPr>
        <p:spPr bwMode="white">
          <a:xfrm>
            <a:off x="617143" y="0"/>
            <a:ext cx="0" cy="685800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2" name="Marcador de posición de título 1"/>
          <p:cNvSpPr>
            <a:spLocks noGrp="1"/>
          </p:cNvSpPr>
          <p:nvPr>
            <p:ph type="title"/>
          </p:nvPr>
        </p:nvSpPr>
        <p:spPr>
          <a:xfrm>
            <a:off x="1593436" y="177800"/>
            <a:ext cx="9782801" cy="1239837"/>
          </a:xfrm>
          <a:prstGeom prst="rect">
            <a:avLst/>
          </a:prstGeom>
        </p:spPr>
        <p:txBody>
          <a:bodyPr vert="horz" lIns="91440" tIns="45720" rIns="91440" bIns="45720" rtlCol="0" anchor="b">
            <a:normAutofit/>
          </a:bodyPr>
          <a:lstStyle/>
          <a:p>
            <a:pPr rtl="0"/>
            <a:r>
              <a:rPr lang="es-ES" noProof="0" dirty="0"/>
              <a:t>Haga clic para modificar el estilo de título del patrón</a:t>
            </a:r>
          </a:p>
        </p:txBody>
      </p:sp>
      <p:sp>
        <p:nvSpPr>
          <p:cNvPr id="3" name="Marcador de posición de texto 2"/>
          <p:cNvSpPr>
            <a:spLocks noGrp="1"/>
          </p:cNvSpPr>
          <p:nvPr>
            <p:ph type="body" idx="1"/>
          </p:nvPr>
        </p:nvSpPr>
        <p:spPr>
          <a:xfrm>
            <a:off x="1593436" y="1600200"/>
            <a:ext cx="9782801" cy="4572000"/>
          </a:xfrm>
          <a:prstGeom prst="rect">
            <a:avLst/>
          </a:prstGeom>
        </p:spPr>
        <p:txBody>
          <a:bodyPr vert="horz" lIns="91440" tIns="45720" rIns="91440" bIns="45720" rtlCol="0">
            <a:normAutofit/>
          </a:bodyPr>
          <a:lstStyle/>
          <a:p>
            <a:pPr lvl="0" rtl="0"/>
            <a:r>
              <a:rPr lang="es-ES" noProof="0" dirty="0"/>
              <a:t>Haga clic para modificar los estilos de texto del patrón</a:t>
            </a:r>
          </a:p>
          <a:p>
            <a:pPr lvl="1" rtl="0"/>
            <a:r>
              <a:rPr lang="es-ES" noProof="0" dirty="0"/>
              <a:t>Segundo nivel</a:t>
            </a:r>
          </a:p>
          <a:p>
            <a:pPr lvl="2" rtl="0"/>
            <a:r>
              <a:rPr lang="es-ES" noProof="0" dirty="0"/>
              <a:t>Tercer nivel</a:t>
            </a:r>
          </a:p>
          <a:p>
            <a:pPr lvl="3" rtl="0"/>
            <a:r>
              <a:rPr lang="es-ES" noProof="0" dirty="0"/>
              <a:t>Cuarto nivel</a:t>
            </a:r>
          </a:p>
          <a:p>
            <a:pPr lvl="4" rtl="0"/>
            <a:r>
              <a:rPr lang="es-ES" noProof="0" dirty="0"/>
              <a:t>Quinto nivel</a:t>
            </a:r>
          </a:p>
        </p:txBody>
      </p:sp>
      <p:sp>
        <p:nvSpPr>
          <p:cNvPr id="4" name="Marcador de posición de fecha 3"/>
          <p:cNvSpPr>
            <a:spLocks noGrp="1"/>
          </p:cNvSpPr>
          <p:nvPr>
            <p:ph type="dt" sz="half" idx="2"/>
          </p:nvPr>
        </p:nvSpPr>
        <p:spPr>
          <a:xfrm>
            <a:off x="5180250" y="6356351"/>
            <a:ext cx="1218883" cy="365125"/>
          </a:xfrm>
          <a:prstGeom prst="rect">
            <a:avLst/>
          </a:prstGeom>
        </p:spPr>
        <p:txBody>
          <a:bodyPr vert="horz" lIns="91440" tIns="45720" rIns="91440" bIns="45720" rtlCol="0" anchor="ctr"/>
          <a:lstStyle>
            <a:lvl1pPr algn="l">
              <a:defRPr sz="1200" cap="all" baseline="0">
                <a:solidFill>
                  <a:schemeClr val="tx1"/>
                </a:solidFill>
              </a:defRPr>
            </a:lvl1pPr>
          </a:lstStyle>
          <a:p>
            <a:pPr rtl="0"/>
            <a:fld id="{75031EA3-1207-456F-B1A7-F20CDD0C2E7B}" type="datetime1">
              <a:rPr lang="es-ES" noProof="0" smtClean="0"/>
              <a:t>29/05/2024</a:t>
            </a:fld>
            <a:endParaRPr lang="es-ES" noProof="0" dirty="0"/>
          </a:p>
        </p:txBody>
      </p:sp>
      <p:sp>
        <p:nvSpPr>
          <p:cNvPr id="5" name="Marcador de posición de pie de página 4"/>
          <p:cNvSpPr>
            <a:spLocks noGrp="1"/>
          </p:cNvSpPr>
          <p:nvPr>
            <p:ph type="ftr" sz="quarter" idx="3"/>
          </p:nvPr>
        </p:nvSpPr>
        <p:spPr>
          <a:xfrm>
            <a:off x="6595933" y="6356351"/>
            <a:ext cx="3974065" cy="365125"/>
          </a:xfrm>
          <a:prstGeom prst="rect">
            <a:avLst/>
          </a:prstGeom>
        </p:spPr>
        <p:txBody>
          <a:bodyPr vert="horz" lIns="91440" tIns="45720" rIns="91440" bIns="45720" rtlCol="0" anchor="ctr"/>
          <a:lstStyle>
            <a:lvl1pPr algn="ctr">
              <a:defRPr sz="1200" cap="all" baseline="0">
                <a:solidFill>
                  <a:schemeClr val="tx1"/>
                </a:solidFill>
              </a:defRPr>
            </a:lvl1pPr>
          </a:lstStyle>
          <a:p>
            <a:pPr rtl="0"/>
            <a:r>
              <a:rPr lang="es-ES" noProof="0" dirty="0"/>
              <a:t>Agregar un pie de página</a:t>
            </a:r>
          </a:p>
        </p:txBody>
      </p:sp>
      <p:sp>
        <p:nvSpPr>
          <p:cNvPr id="6" name="Marcador de posición de número de diapositiva 5"/>
          <p:cNvSpPr>
            <a:spLocks noGrp="1"/>
          </p:cNvSpPr>
          <p:nvPr>
            <p:ph type="sldNum" sz="quarter" idx="4"/>
          </p:nvPr>
        </p:nvSpPr>
        <p:spPr>
          <a:xfrm>
            <a:off x="10766796" y="6356351"/>
            <a:ext cx="609441" cy="365125"/>
          </a:xfrm>
          <a:prstGeom prst="rect">
            <a:avLst/>
          </a:prstGeom>
        </p:spPr>
        <p:txBody>
          <a:bodyPr vert="horz" lIns="91440" tIns="45720" rIns="91440" bIns="45720" rtlCol="0" anchor="ctr"/>
          <a:lstStyle>
            <a:lvl1pPr algn="r">
              <a:defRPr sz="1200" cap="all" baseline="0">
                <a:solidFill>
                  <a:schemeClr val="tx1"/>
                </a:solidFill>
              </a:defRPr>
            </a:lvl1pPr>
          </a:lstStyle>
          <a:p>
            <a:pPr rtl="0"/>
            <a:fld id="{7DC1BBB0-96F0-4077-A278-0F3FB5C104D3}" type="slidenum">
              <a:rPr lang="es-ES" noProof="0" smtClean="0"/>
              <a:pPr rtl="0"/>
              <a:t>‹Nº›</a:t>
            </a:fld>
            <a:endParaRPr lang="es-ES" noProof="0" dirty="0"/>
          </a:p>
        </p:txBody>
      </p:sp>
    </p:spTree>
    <p:extLst>
      <p:ext uri="{BB962C8B-B14F-4D97-AF65-F5344CB8AC3E}">
        <p14:creationId xmlns:p14="http://schemas.microsoft.com/office/powerpoint/2010/main" val="205432230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algn="l" defTabSz="914400" rtl="0" eaLnBrk="1" latinLnBrk="0" hangingPunct="1">
        <a:lnSpc>
          <a:spcPct val="90000"/>
        </a:lnSpc>
        <a:spcBef>
          <a:spcPct val="0"/>
        </a:spcBef>
        <a:buNone/>
        <a:defRPr sz="3600" kern="1200">
          <a:solidFill>
            <a:schemeClr val="tx1">
              <a:lumMod val="75000"/>
            </a:schemeClr>
          </a:solidFill>
          <a:latin typeface="+mj-lt"/>
          <a:ea typeface="+mj-ea"/>
          <a:cs typeface="+mj-cs"/>
        </a:defRPr>
      </a:lvl1pPr>
    </p:titleStyle>
    <p:body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39"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2428669" y="1628800"/>
            <a:ext cx="8329031" cy="2680127"/>
          </a:xfrm>
        </p:spPr>
        <p:txBody>
          <a:bodyPr rtlCol="0"/>
          <a:lstStyle/>
          <a:p>
            <a:pPr rtl="0"/>
            <a:r>
              <a:rPr lang="es-ES" sz="6000" dirty="0"/>
              <a:t>No se trata solo de confusión</a:t>
            </a:r>
          </a:p>
        </p:txBody>
      </p:sp>
      <p:sp>
        <p:nvSpPr>
          <p:cNvPr id="3" name="Subtítulo 2"/>
          <p:cNvSpPr>
            <a:spLocks noGrp="1"/>
          </p:cNvSpPr>
          <p:nvPr>
            <p:ph type="subTitle" idx="1"/>
          </p:nvPr>
        </p:nvSpPr>
        <p:spPr/>
        <p:txBody>
          <a:bodyPr rtlCol="0"/>
          <a:lstStyle/>
          <a:p>
            <a:pPr rtl="0"/>
            <a:r>
              <a:rPr lang="es-ES" dirty="0"/>
              <a:t>Resumen en10 min</a:t>
            </a:r>
          </a:p>
        </p:txBody>
      </p:sp>
    </p:spTree>
    <p:extLst>
      <p:ext uri="{BB962C8B-B14F-4D97-AF65-F5344CB8AC3E}">
        <p14:creationId xmlns:p14="http://schemas.microsoft.com/office/powerpoint/2010/main" val="50676145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contenido 2">
            <a:extLst>
              <a:ext uri="{FF2B5EF4-FFF2-40B4-BE49-F238E27FC236}">
                <a16:creationId xmlns:a16="http://schemas.microsoft.com/office/drawing/2014/main" id="{596D4AE6-33AF-4C9A-BA0B-C9305D4F2900}"/>
              </a:ext>
            </a:extLst>
          </p:cNvPr>
          <p:cNvSpPr>
            <a:spLocks noGrp="1"/>
          </p:cNvSpPr>
          <p:nvPr>
            <p:ph idx="1"/>
          </p:nvPr>
        </p:nvSpPr>
        <p:spPr>
          <a:xfrm>
            <a:off x="4494301" y="3173758"/>
            <a:ext cx="6951749" cy="3170232"/>
          </a:xfrm>
        </p:spPr>
        <p:txBody>
          <a:bodyPr>
            <a:normAutofit/>
          </a:bodyPr>
          <a:lstStyle/>
          <a:p>
            <a:pPr marL="285750" indent="-285750"/>
            <a:r>
              <a:rPr lang="es-ES" sz="2000" b="1" dirty="0">
                <a:solidFill>
                  <a:srgbClr val="1F3C90"/>
                </a:solidFill>
                <a:latin typeface="Calibri" panose="020F0502020204030204" pitchFamily="34" charset="0"/>
                <a:ea typeface="Calibri" panose="020F0502020204030204" pitchFamily="34" charset="0"/>
                <a:cs typeface="Calibri" panose="020F0502020204030204" pitchFamily="34" charset="0"/>
              </a:rPr>
              <a:t>Filiación:</a:t>
            </a:r>
            <a:r>
              <a:rPr lang="es-ES" sz="2000" b="1" dirty="0">
                <a:latin typeface="Calibri" panose="020F0502020204030204" pitchFamily="34" charset="0"/>
                <a:ea typeface="Calibri" panose="020F0502020204030204" pitchFamily="34" charset="0"/>
                <a:cs typeface="Calibri" panose="020F0502020204030204" pitchFamily="34" charset="0"/>
              </a:rPr>
              <a:t> </a:t>
            </a:r>
            <a:r>
              <a:rPr lang="es-ES" sz="2000" dirty="0">
                <a:latin typeface="Calibri" panose="020F0502020204030204" pitchFamily="34" charset="0"/>
                <a:ea typeface="Calibri" panose="020F0502020204030204" pitchFamily="34" charset="0"/>
                <a:cs typeface="Calibri" panose="020F0502020204030204" pitchFamily="34" charset="0"/>
              </a:rPr>
              <a:t>UCSUR, </a:t>
            </a:r>
            <a:r>
              <a:rPr lang="es-ES" sz="2000" dirty="0" err="1">
                <a:latin typeface="Calibri" panose="020F0502020204030204" pitchFamily="34" charset="0"/>
                <a:ea typeface="Calibri" panose="020F0502020204030204" pitchFamily="34" charset="0"/>
                <a:cs typeface="Calibri" panose="020F0502020204030204" pitchFamily="34" charset="0"/>
              </a:rPr>
              <a:t>EviSalud</a:t>
            </a:r>
            <a:endParaRPr lang="es-ES" sz="2000" dirty="0">
              <a:latin typeface="Calibri" panose="020F0502020204030204" pitchFamily="34" charset="0"/>
              <a:ea typeface="Calibri" panose="020F0502020204030204" pitchFamily="34" charset="0"/>
              <a:cs typeface="Calibri" panose="020F0502020204030204" pitchFamily="34" charset="0"/>
            </a:endParaRPr>
          </a:p>
          <a:p>
            <a:pPr marL="285750" indent="-285750"/>
            <a:r>
              <a:rPr lang="es-PE" sz="2000" b="1" dirty="0">
                <a:solidFill>
                  <a:srgbClr val="1F3C90"/>
                </a:solidFill>
                <a:latin typeface="Calibri" panose="020F0502020204030204" pitchFamily="34" charset="0"/>
                <a:ea typeface="Calibri" panose="020F0502020204030204" pitchFamily="34" charset="0"/>
                <a:cs typeface="Calibri" panose="020F0502020204030204" pitchFamily="34" charset="0"/>
              </a:rPr>
              <a:t>Cursó estudios en: </a:t>
            </a:r>
            <a:r>
              <a:rPr lang="es-PE" sz="2000" dirty="0">
                <a:latin typeface="Calibri" panose="020F0502020204030204" pitchFamily="34" charset="0"/>
                <a:ea typeface="Calibri" panose="020F0502020204030204" pitchFamily="34" charset="0"/>
                <a:cs typeface="Calibri" panose="020F0502020204030204" pitchFamily="34" charset="0"/>
              </a:rPr>
              <a:t>UNSAAC, UCC, UPCH, IECS, </a:t>
            </a:r>
            <a:r>
              <a:rPr lang="es-PE" sz="2000" dirty="0" err="1">
                <a:latin typeface="Calibri" panose="020F0502020204030204" pitchFamily="34" charset="0"/>
                <a:ea typeface="Calibri" panose="020F0502020204030204" pitchFamily="34" charset="0"/>
                <a:cs typeface="Calibri" panose="020F0502020204030204" pitchFamily="34" charset="0"/>
              </a:rPr>
              <a:t>Univ</a:t>
            </a:r>
            <a:r>
              <a:rPr lang="es-PE" sz="2000" dirty="0">
                <a:latin typeface="Calibri" panose="020F0502020204030204" pitchFamily="34" charset="0"/>
                <a:ea typeface="Calibri" panose="020F0502020204030204" pitchFamily="34" charset="0"/>
                <a:cs typeface="Calibri" panose="020F0502020204030204" pitchFamily="34" charset="0"/>
              </a:rPr>
              <a:t> Nebrija.</a:t>
            </a:r>
          </a:p>
          <a:p>
            <a:pPr marL="285750" indent="-285750"/>
            <a:r>
              <a:rPr lang="es-PE" sz="2000" b="1" dirty="0">
                <a:solidFill>
                  <a:srgbClr val="1F3C90"/>
                </a:solidFill>
                <a:latin typeface="Calibri" panose="020F0502020204030204" pitchFamily="34" charset="0"/>
                <a:ea typeface="Calibri" panose="020F0502020204030204" pitchFamily="34" charset="0"/>
                <a:cs typeface="Calibri" panose="020F0502020204030204" pitchFamily="34" charset="0"/>
              </a:rPr>
              <a:t>Ha recibido pagos/financiamiento de: </a:t>
            </a:r>
            <a:r>
              <a:rPr lang="es-PE" sz="2000" dirty="0">
                <a:latin typeface="Calibri" panose="020F0502020204030204" pitchFamily="34" charset="0"/>
                <a:ea typeface="Calibri" panose="020F0502020204030204" pitchFamily="34" charset="0"/>
                <a:cs typeface="Calibri" panose="020F0502020204030204" pitchFamily="34" charset="0"/>
              </a:rPr>
              <a:t>UNSAAC, UCSUR, UPCH, MINSA (DIRESA Cusco), </a:t>
            </a:r>
            <a:r>
              <a:rPr lang="es-PE" sz="2000" dirty="0" err="1">
                <a:latin typeface="Calibri" panose="020F0502020204030204" pitchFamily="34" charset="0"/>
                <a:ea typeface="Calibri" panose="020F0502020204030204" pitchFamily="34" charset="0"/>
                <a:cs typeface="Calibri" panose="020F0502020204030204" pitchFamily="34" charset="0"/>
              </a:rPr>
              <a:t>EviSalud</a:t>
            </a:r>
            <a:r>
              <a:rPr lang="es-PE" sz="2000" dirty="0">
                <a:latin typeface="Calibri" panose="020F0502020204030204" pitchFamily="34" charset="0"/>
                <a:ea typeface="Calibri" panose="020F0502020204030204" pitchFamily="34" charset="0"/>
                <a:cs typeface="Calibri" panose="020F0502020204030204" pitchFamily="34" charset="0"/>
              </a:rPr>
              <a:t>, SOPECARD, IETSI</a:t>
            </a:r>
          </a:p>
          <a:p>
            <a:pPr marL="285750" indent="-285750"/>
            <a:r>
              <a:rPr lang="es-PE" sz="2000" dirty="0">
                <a:latin typeface="Calibri" panose="020F0502020204030204" pitchFamily="34" charset="0"/>
                <a:ea typeface="Calibri" panose="020F0502020204030204" pitchFamily="34" charset="0"/>
                <a:cs typeface="Calibri" panose="020F0502020204030204" pitchFamily="34" charset="0"/>
              </a:rPr>
              <a:t>No tengo potenciales conflictos de interés con el tema de esta clase</a:t>
            </a:r>
          </a:p>
        </p:txBody>
      </p:sp>
      <p:sp>
        <p:nvSpPr>
          <p:cNvPr id="5" name="Marcador de contenido 3">
            <a:extLst>
              <a:ext uri="{FF2B5EF4-FFF2-40B4-BE49-F238E27FC236}">
                <a16:creationId xmlns:a16="http://schemas.microsoft.com/office/drawing/2014/main" id="{A6AB3AA1-7D23-4DF8-B52B-DDB0ACEC9831}"/>
              </a:ext>
            </a:extLst>
          </p:cNvPr>
          <p:cNvSpPr txBox="1">
            <a:spLocks/>
          </p:cNvSpPr>
          <p:nvPr/>
        </p:nvSpPr>
        <p:spPr>
          <a:xfrm>
            <a:off x="4494302" y="1400769"/>
            <a:ext cx="5632558" cy="746086"/>
          </a:xfrm>
          <a:prstGeom prst="rect">
            <a:avLst/>
          </a:prstGeom>
        </p:spPr>
        <p:txBody>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indent="0">
              <a:buNone/>
            </a:pPr>
            <a:r>
              <a:rPr lang="es-PE" dirty="0"/>
              <a:t>Daniel Fernández Guzmán, MD</a:t>
            </a:r>
          </a:p>
        </p:txBody>
      </p:sp>
      <p:sp>
        <p:nvSpPr>
          <p:cNvPr id="6" name="Marcador de contenido 4">
            <a:extLst>
              <a:ext uri="{FF2B5EF4-FFF2-40B4-BE49-F238E27FC236}">
                <a16:creationId xmlns:a16="http://schemas.microsoft.com/office/drawing/2014/main" id="{D0FA2E07-7236-4B8D-8B39-2EDC68989339}"/>
              </a:ext>
            </a:extLst>
          </p:cNvPr>
          <p:cNvSpPr txBox="1">
            <a:spLocks/>
          </p:cNvSpPr>
          <p:nvPr/>
        </p:nvSpPr>
        <p:spPr>
          <a:xfrm>
            <a:off x="4494302" y="1916832"/>
            <a:ext cx="6170191" cy="640977"/>
          </a:xfrm>
          <a:prstGeom prst="rect">
            <a:avLst/>
          </a:prstGeom>
        </p:spPr>
        <p:txBody>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indent="0">
              <a:buNone/>
            </a:pPr>
            <a:r>
              <a:rPr lang="es-PE" dirty="0">
                <a:solidFill>
                  <a:srgbClr val="1E3E85"/>
                </a:solidFill>
              </a:rPr>
              <a:t>danferguz@gmail.com</a:t>
            </a:r>
          </a:p>
        </p:txBody>
      </p:sp>
      <p:cxnSp>
        <p:nvCxnSpPr>
          <p:cNvPr id="9" name="Conector recto 8">
            <a:extLst>
              <a:ext uri="{FF2B5EF4-FFF2-40B4-BE49-F238E27FC236}">
                <a16:creationId xmlns:a16="http://schemas.microsoft.com/office/drawing/2014/main" id="{523357EC-4156-496A-A2A9-A35B9FE2BB1D}"/>
              </a:ext>
            </a:extLst>
          </p:cNvPr>
          <p:cNvCxnSpPr>
            <a:cxnSpLocks/>
          </p:cNvCxnSpPr>
          <p:nvPr/>
        </p:nvCxnSpPr>
        <p:spPr>
          <a:xfrm>
            <a:off x="1197868" y="2502992"/>
            <a:ext cx="10729192" cy="0"/>
          </a:xfrm>
          <a:prstGeom prst="line">
            <a:avLst/>
          </a:prstGeom>
          <a:ln w="76200">
            <a:solidFill>
              <a:srgbClr val="465562"/>
            </a:solidFill>
          </a:ln>
        </p:spPr>
        <p:style>
          <a:lnRef idx="1">
            <a:schemeClr val="accent1"/>
          </a:lnRef>
          <a:fillRef idx="0">
            <a:schemeClr val="accent1"/>
          </a:fillRef>
          <a:effectRef idx="0">
            <a:schemeClr val="accent1"/>
          </a:effectRef>
          <a:fontRef idx="minor">
            <a:schemeClr val="tx1"/>
          </a:fontRef>
        </p:style>
      </p:cxnSp>
      <p:pic>
        <p:nvPicPr>
          <p:cNvPr id="12" name="Imagen 11">
            <a:extLst>
              <a:ext uri="{FF2B5EF4-FFF2-40B4-BE49-F238E27FC236}">
                <a16:creationId xmlns:a16="http://schemas.microsoft.com/office/drawing/2014/main" id="{2C5BC422-0B59-4044-811E-2D0CC66C1C56}"/>
              </a:ext>
            </a:extLst>
          </p:cNvPr>
          <p:cNvPicPr>
            <a:picLocks noChangeAspect="1"/>
          </p:cNvPicPr>
          <p:nvPr/>
        </p:nvPicPr>
        <p:blipFill>
          <a:blip r:embed="rId2">
            <a:grayscl/>
          </a:blip>
          <a:stretch>
            <a:fillRect/>
          </a:stretch>
        </p:blipFill>
        <p:spPr>
          <a:xfrm>
            <a:off x="1773932" y="603297"/>
            <a:ext cx="2412176" cy="2627069"/>
          </a:xfrm>
          <a:prstGeom prst="ellipse">
            <a:avLst/>
          </a:prstGeom>
          <a:ln w="76200">
            <a:solidFill>
              <a:schemeClr val="tx1"/>
            </a:solidFill>
          </a:ln>
        </p:spPr>
      </p:pic>
    </p:spTree>
    <p:extLst>
      <p:ext uri="{BB962C8B-B14F-4D97-AF65-F5344CB8AC3E}">
        <p14:creationId xmlns:p14="http://schemas.microsoft.com/office/powerpoint/2010/main" val="216185438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ítulo 12"/>
          <p:cNvSpPr>
            <a:spLocks noGrp="1"/>
          </p:cNvSpPr>
          <p:nvPr>
            <p:ph type="title"/>
          </p:nvPr>
        </p:nvSpPr>
        <p:spPr>
          <a:xfrm>
            <a:off x="1593436" y="139701"/>
            <a:ext cx="9782801" cy="985044"/>
          </a:xfrm>
        </p:spPr>
        <p:txBody>
          <a:bodyPr rtlCol="0">
            <a:normAutofit/>
          </a:bodyPr>
          <a:lstStyle/>
          <a:p>
            <a:pPr rtl="0"/>
            <a:r>
              <a:rPr lang="es-ES" sz="3200" b="1" dirty="0">
                <a:solidFill>
                  <a:srgbClr val="1232D0"/>
                </a:solidFill>
              </a:rPr>
              <a:t>Un poco de realidad</a:t>
            </a:r>
          </a:p>
        </p:txBody>
      </p:sp>
      <p:sp>
        <p:nvSpPr>
          <p:cNvPr id="14" name="Marcador de posición de contenido 13"/>
          <p:cNvSpPr>
            <a:spLocks noGrp="1"/>
          </p:cNvSpPr>
          <p:nvPr>
            <p:ph idx="1"/>
          </p:nvPr>
        </p:nvSpPr>
        <p:spPr>
          <a:xfrm>
            <a:off x="1593436" y="1700808"/>
            <a:ext cx="9782801" cy="4320477"/>
          </a:xfrm>
        </p:spPr>
        <p:txBody>
          <a:bodyPr rtlCol="0">
            <a:normAutofit fontScale="92500" lnSpcReduction="10000"/>
          </a:bodyPr>
          <a:lstStyle/>
          <a:p>
            <a:pPr algn="just" rtl="0"/>
            <a:r>
              <a:rPr lang="es-ES" b="0" i="0" dirty="0">
                <a:solidFill>
                  <a:srgbClr val="212121"/>
                </a:solidFill>
                <a:effectLst/>
                <a:latin typeface="BlinkMacSystemFont"/>
              </a:rPr>
              <a:t>Dedicamos mucho tiempo a la confusión en nuestra enseñanza, en el desarrollo de nuestros métodos y en nuestra evaluación de relaciones causales. </a:t>
            </a:r>
          </a:p>
          <a:p>
            <a:pPr algn="just" rtl="0"/>
            <a:r>
              <a:rPr lang="es-ES" b="0" i="0" dirty="0">
                <a:solidFill>
                  <a:srgbClr val="212121"/>
                </a:solidFill>
                <a:effectLst/>
                <a:latin typeface="BlinkMacSystemFont"/>
              </a:rPr>
              <a:t>Esto puede dar la impresión de que la confusión no controlada es el mayor problema que enfrenta la epidemiología observacional, cuando en realidad existe otras fuentes de sesgo igual de importantes.</a:t>
            </a:r>
          </a:p>
          <a:p>
            <a:pPr lvl="1" algn="just"/>
            <a:endParaRPr lang="es-ES" b="0" i="0" dirty="0">
              <a:solidFill>
                <a:srgbClr val="212121"/>
              </a:solidFill>
              <a:effectLst/>
              <a:latin typeface="BlinkMacSystemFont"/>
            </a:endParaRPr>
          </a:p>
          <a:p>
            <a:pPr lvl="1" algn="just"/>
            <a:r>
              <a:rPr lang="es-ES" b="1" i="0" dirty="0">
                <a:solidFill>
                  <a:srgbClr val="212121"/>
                </a:solidFill>
                <a:effectLst/>
                <a:latin typeface="BlinkMacSystemFont"/>
              </a:rPr>
              <a:t>Sesgo de selección,</a:t>
            </a:r>
          </a:p>
          <a:p>
            <a:pPr lvl="1" algn="just"/>
            <a:r>
              <a:rPr lang="es-ES" b="1" dirty="0">
                <a:solidFill>
                  <a:srgbClr val="212121"/>
                </a:solidFill>
                <a:latin typeface="BlinkMacSystemFont"/>
              </a:rPr>
              <a:t>E</a:t>
            </a:r>
            <a:r>
              <a:rPr lang="es-ES" b="1" i="0" dirty="0">
                <a:solidFill>
                  <a:srgbClr val="212121"/>
                </a:solidFill>
                <a:effectLst/>
                <a:latin typeface="BlinkMacSystemFont"/>
              </a:rPr>
              <a:t>rror de medición, </a:t>
            </a:r>
          </a:p>
          <a:p>
            <a:pPr lvl="1" algn="just"/>
            <a:r>
              <a:rPr lang="es-ES" b="0" i="0" dirty="0">
                <a:solidFill>
                  <a:srgbClr val="212121"/>
                </a:solidFill>
                <a:effectLst/>
                <a:latin typeface="BlinkMacSystemFont"/>
              </a:rPr>
              <a:t>Datos faltantes </a:t>
            </a:r>
          </a:p>
          <a:p>
            <a:pPr lvl="1" algn="just"/>
            <a:r>
              <a:rPr lang="es-ES" dirty="0">
                <a:solidFill>
                  <a:srgbClr val="212121"/>
                </a:solidFill>
                <a:latin typeface="BlinkMacSystemFont"/>
              </a:rPr>
              <a:t>D</a:t>
            </a:r>
            <a:r>
              <a:rPr lang="es-ES" b="0" i="0" dirty="0">
                <a:solidFill>
                  <a:srgbClr val="212121"/>
                </a:solidFill>
                <a:effectLst/>
                <a:latin typeface="BlinkMacSystemFont"/>
              </a:rPr>
              <a:t>esalineación del tiempo cero</a:t>
            </a:r>
            <a:endParaRPr lang="es-ES" dirty="0"/>
          </a:p>
        </p:txBody>
      </p:sp>
      <p:cxnSp>
        <p:nvCxnSpPr>
          <p:cNvPr id="4" name="Conector recto 3">
            <a:extLst>
              <a:ext uri="{FF2B5EF4-FFF2-40B4-BE49-F238E27FC236}">
                <a16:creationId xmlns:a16="http://schemas.microsoft.com/office/drawing/2014/main" id="{382DEA70-704B-4295-BFD8-A2B884955048}"/>
              </a:ext>
            </a:extLst>
          </p:cNvPr>
          <p:cNvCxnSpPr>
            <a:cxnSpLocks/>
          </p:cNvCxnSpPr>
          <p:nvPr/>
        </p:nvCxnSpPr>
        <p:spPr>
          <a:xfrm>
            <a:off x="1197868" y="1340768"/>
            <a:ext cx="10729192" cy="0"/>
          </a:xfrm>
          <a:prstGeom prst="line">
            <a:avLst/>
          </a:prstGeom>
          <a:ln w="76200">
            <a:solidFill>
              <a:srgbClr val="59667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2042638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ítulo 12"/>
          <p:cNvSpPr>
            <a:spLocks noGrp="1"/>
          </p:cNvSpPr>
          <p:nvPr>
            <p:ph type="title"/>
          </p:nvPr>
        </p:nvSpPr>
        <p:spPr>
          <a:xfrm>
            <a:off x="1593436" y="139701"/>
            <a:ext cx="9782801" cy="985044"/>
          </a:xfrm>
        </p:spPr>
        <p:txBody>
          <a:bodyPr rtlCol="0">
            <a:normAutofit/>
          </a:bodyPr>
          <a:lstStyle/>
          <a:p>
            <a:pPr rtl="0"/>
            <a:r>
              <a:rPr lang="es-ES" sz="3200" b="1" dirty="0">
                <a:solidFill>
                  <a:srgbClr val="1232D0"/>
                </a:solidFill>
              </a:rPr>
              <a:t>Recordemos como controlamos confusión</a:t>
            </a:r>
          </a:p>
        </p:txBody>
      </p:sp>
      <p:cxnSp>
        <p:nvCxnSpPr>
          <p:cNvPr id="4" name="Conector recto 3">
            <a:extLst>
              <a:ext uri="{FF2B5EF4-FFF2-40B4-BE49-F238E27FC236}">
                <a16:creationId xmlns:a16="http://schemas.microsoft.com/office/drawing/2014/main" id="{382DEA70-704B-4295-BFD8-A2B884955048}"/>
              </a:ext>
            </a:extLst>
          </p:cNvPr>
          <p:cNvCxnSpPr>
            <a:cxnSpLocks/>
          </p:cNvCxnSpPr>
          <p:nvPr/>
        </p:nvCxnSpPr>
        <p:spPr>
          <a:xfrm>
            <a:off x="1197868" y="1340768"/>
            <a:ext cx="10729192" cy="0"/>
          </a:xfrm>
          <a:prstGeom prst="line">
            <a:avLst/>
          </a:prstGeom>
          <a:ln w="76200">
            <a:solidFill>
              <a:srgbClr val="596671"/>
            </a:solidFill>
          </a:ln>
        </p:spPr>
        <p:style>
          <a:lnRef idx="1">
            <a:schemeClr val="accent1"/>
          </a:lnRef>
          <a:fillRef idx="0">
            <a:schemeClr val="accent1"/>
          </a:fillRef>
          <a:effectRef idx="0">
            <a:schemeClr val="accent1"/>
          </a:effectRef>
          <a:fontRef idx="minor">
            <a:schemeClr val="tx1"/>
          </a:fontRef>
        </p:style>
      </p:cxnSp>
      <p:pic>
        <p:nvPicPr>
          <p:cNvPr id="1028" name="Picture 4" descr="Welcome to this presentation focused on confounding.">
            <a:extLst>
              <a:ext uri="{FF2B5EF4-FFF2-40B4-BE49-F238E27FC236}">
                <a16:creationId xmlns:a16="http://schemas.microsoft.com/office/drawing/2014/main" id="{327944FB-4900-447B-A6F1-78CB971464F7}"/>
              </a:ext>
            </a:extLst>
          </p:cNvPr>
          <p:cNvPicPr>
            <a:picLocks noGrp="1" noChangeAspect="1" noChangeArrowheads="1"/>
          </p:cNvPicPr>
          <p:nvPr>
            <p:ph idx="1"/>
          </p:nvPr>
        </p:nvPicPr>
        <p:blipFill rotWithShape="1">
          <a:blip r:embed="rId3">
            <a:extLst>
              <a:ext uri="{28A0092B-C50C-407E-A947-70E740481C1C}">
                <a14:useLocalDpi xmlns:a14="http://schemas.microsoft.com/office/drawing/2010/main" val="0"/>
              </a:ext>
            </a:extLst>
          </a:blip>
          <a:srcRect t="21643"/>
          <a:stretch/>
        </p:blipFill>
        <p:spPr bwMode="auto">
          <a:xfrm>
            <a:off x="1593436" y="1556792"/>
            <a:ext cx="4861016" cy="2867748"/>
          </a:xfrm>
          <a:prstGeom prst="rect">
            <a:avLst/>
          </a:prstGeom>
          <a:noFill/>
          <a:extLst>
            <a:ext uri="{909E8E84-426E-40DD-AFC4-6F175D3DCCD1}">
              <a14:hiddenFill xmlns:a14="http://schemas.microsoft.com/office/drawing/2010/main">
                <a:solidFill>
                  <a:srgbClr val="FFFFFF"/>
                </a:solidFill>
              </a14:hiddenFill>
            </a:ext>
          </a:extLst>
        </p:spPr>
      </p:pic>
      <p:sp>
        <p:nvSpPr>
          <p:cNvPr id="3" name="Rectángulo 2">
            <a:extLst>
              <a:ext uri="{FF2B5EF4-FFF2-40B4-BE49-F238E27FC236}">
                <a16:creationId xmlns:a16="http://schemas.microsoft.com/office/drawing/2014/main" id="{3AF72BA4-346A-410E-9AFD-D8B859181B83}"/>
              </a:ext>
            </a:extLst>
          </p:cNvPr>
          <p:cNvSpPr/>
          <p:nvPr/>
        </p:nvSpPr>
        <p:spPr>
          <a:xfrm>
            <a:off x="7894612" y="1772816"/>
            <a:ext cx="2808312" cy="36003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dirty="0" err="1"/>
              <a:t>Randomización</a:t>
            </a:r>
            <a:endParaRPr lang="es-PE" dirty="0"/>
          </a:p>
        </p:txBody>
      </p:sp>
      <p:pic>
        <p:nvPicPr>
          <p:cNvPr id="2050" name="Picture 2" descr="7 Different Ways to Control for Confounding – QUANTIFYING HEALTH">
            <a:extLst>
              <a:ext uri="{FF2B5EF4-FFF2-40B4-BE49-F238E27FC236}">
                <a16:creationId xmlns:a16="http://schemas.microsoft.com/office/drawing/2014/main" id="{8F193FCA-7058-44B1-997E-C01AB9EE874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74532" y="2324850"/>
            <a:ext cx="4000500" cy="24003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4830875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ítulo 12"/>
          <p:cNvSpPr>
            <a:spLocks noGrp="1"/>
          </p:cNvSpPr>
          <p:nvPr>
            <p:ph type="title"/>
          </p:nvPr>
        </p:nvSpPr>
        <p:spPr>
          <a:xfrm>
            <a:off x="1593436" y="139701"/>
            <a:ext cx="9782801" cy="985044"/>
          </a:xfrm>
        </p:spPr>
        <p:txBody>
          <a:bodyPr rtlCol="0">
            <a:normAutofit/>
          </a:bodyPr>
          <a:lstStyle/>
          <a:p>
            <a:pPr rtl="0"/>
            <a:r>
              <a:rPr lang="es-ES" sz="3200" b="1" dirty="0">
                <a:solidFill>
                  <a:srgbClr val="1232D0"/>
                </a:solidFill>
              </a:rPr>
              <a:t>Recordemos como controlamos confusión</a:t>
            </a:r>
          </a:p>
        </p:txBody>
      </p:sp>
      <p:cxnSp>
        <p:nvCxnSpPr>
          <p:cNvPr id="4" name="Conector recto 3">
            <a:extLst>
              <a:ext uri="{FF2B5EF4-FFF2-40B4-BE49-F238E27FC236}">
                <a16:creationId xmlns:a16="http://schemas.microsoft.com/office/drawing/2014/main" id="{382DEA70-704B-4295-BFD8-A2B884955048}"/>
              </a:ext>
            </a:extLst>
          </p:cNvPr>
          <p:cNvCxnSpPr>
            <a:cxnSpLocks/>
          </p:cNvCxnSpPr>
          <p:nvPr/>
        </p:nvCxnSpPr>
        <p:spPr>
          <a:xfrm>
            <a:off x="1197868" y="1340768"/>
            <a:ext cx="10729192" cy="0"/>
          </a:xfrm>
          <a:prstGeom prst="line">
            <a:avLst/>
          </a:prstGeom>
          <a:ln w="76200">
            <a:solidFill>
              <a:srgbClr val="596671"/>
            </a:solidFill>
          </a:ln>
        </p:spPr>
        <p:style>
          <a:lnRef idx="1">
            <a:schemeClr val="accent1"/>
          </a:lnRef>
          <a:fillRef idx="0">
            <a:schemeClr val="accent1"/>
          </a:fillRef>
          <a:effectRef idx="0">
            <a:schemeClr val="accent1"/>
          </a:effectRef>
          <a:fontRef idx="minor">
            <a:schemeClr val="tx1"/>
          </a:fontRef>
        </p:style>
      </p:cxnSp>
      <p:pic>
        <p:nvPicPr>
          <p:cNvPr id="1028" name="Picture 4" descr="Welcome to this presentation focused on confounding.">
            <a:extLst>
              <a:ext uri="{FF2B5EF4-FFF2-40B4-BE49-F238E27FC236}">
                <a16:creationId xmlns:a16="http://schemas.microsoft.com/office/drawing/2014/main" id="{327944FB-4900-447B-A6F1-78CB971464F7}"/>
              </a:ext>
            </a:extLst>
          </p:cNvPr>
          <p:cNvPicPr>
            <a:picLocks noGrp="1" noChangeAspect="1" noChangeArrowheads="1"/>
          </p:cNvPicPr>
          <p:nvPr>
            <p:ph idx="1"/>
          </p:nvPr>
        </p:nvPicPr>
        <p:blipFill rotWithShape="1">
          <a:blip r:embed="rId3">
            <a:extLst>
              <a:ext uri="{28A0092B-C50C-407E-A947-70E740481C1C}">
                <a14:useLocalDpi xmlns:a14="http://schemas.microsoft.com/office/drawing/2010/main" val="0"/>
              </a:ext>
            </a:extLst>
          </a:blip>
          <a:srcRect t="21643"/>
          <a:stretch/>
        </p:blipFill>
        <p:spPr bwMode="auto">
          <a:xfrm>
            <a:off x="1593436" y="1556792"/>
            <a:ext cx="4861016" cy="2867748"/>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7 Different Ways to Control for Confounding – QUANTIFYING HEALTH">
            <a:extLst>
              <a:ext uri="{FF2B5EF4-FFF2-40B4-BE49-F238E27FC236}">
                <a16:creationId xmlns:a16="http://schemas.microsoft.com/office/drawing/2014/main" id="{5F83E9B2-32BB-4DD1-A336-F3B805F7136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74532" y="2276872"/>
            <a:ext cx="3925649" cy="3352403"/>
          </a:xfrm>
          <a:prstGeom prst="rect">
            <a:avLst/>
          </a:prstGeom>
          <a:noFill/>
          <a:extLst>
            <a:ext uri="{909E8E84-426E-40DD-AFC4-6F175D3DCCD1}">
              <a14:hiddenFill xmlns:a14="http://schemas.microsoft.com/office/drawing/2010/main">
                <a:solidFill>
                  <a:srgbClr val="FFFFFF"/>
                </a:solidFill>
              </a14:hiddenFill>
            </a:ext>
          </a:extLst>
        </p:spPr>
      </p:pic>
      <p:sp>
        <p:nvSpPr>
          <p:cNvPr id="3" name="Rectángulo 2">
            <a:extLst>
              <a:ext uri="{FF2B5EF4-FFF2-40B4-BE49-F238E27FC236}">
                <a16:creationId xmlns:a16="http://schemas.microsoft.com/office/drawing/2014/main" id="{3AF72BA4-346A-410E-9AFD-D8B859181B83}"/>
              </a:ext>
            </a:extLst>
          </p:cNvPr>
          <p:cNvSpPr/>
          <p:nvPr/>
        </p:nvSpPr>
        <p:spPr>
          <a:xfrm>
            <a:off x="7894612" y="1772816"/>
            <a:ext cx="2808312" cy="36003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dirty="0"/>
              <a:t>Restricción</a:t>
            </a:r>
          </a:p>
        </p:txBody>
      </p:sp>
    </p:spTree>
    <p:extLst>
      <p:ext uri="{BB962C8B-B14F-4D97-AF65-F5344CB8AC3E}">
        <p14:creationId xmlns:p14="http://schemas.microsoft.com/office/powerpoint/2010/main" val="168381835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ítulo 12"/>
          <p:cNvSpPr>
            <a:spLocks noGrp="1"/>
          </p:cNvSpPr>
          <p:nvPr>
            <p:ph type="title"/>
          </p:nvPr>
        </p:nvSpPr>
        <p:spPr>
          <a:xfrm>
            <a:off x="1593436" y="139701"/>
            <a:ext cx="9782801" cy="985044"/>
          </a:xfrm>
        </p:spPr>
        <p:txBody>
          <a:bodyPr rtlCol="0">
            <a:normAutofit/>
          </a:bodyPr>
          <a:lstStyle/>
          <a:p>
            <a:pPr rtl="0"/>
            <a:r>
              <a:rPr lang="es-ES" sz="3200" b="1" dirty="0">
                <a:solidFill>
                  <a:srgbClr val="1232D0"/>
                </a:solidFill>
              </a:rPr>
              <a:t>Recordemos como controlamos confusión</a:t>
            </a:r>
          </a:p>
        </p:txBody>
      </p:sp>
      <p:cxnSp>
        <p:nvCxnSpPr>
          <p:cNvPr id="4" name="Conector recto 3">
            <a:extLst>
              <a:ext uri="{FF2B5EF4-FFF2-40B4-BE49-F238E27FC236}">
                <a16:creationId xmlns:a16="http://schemas.microsoft.com/office/drawing/2014/main" id="{382DEA70-704B-4295-BFD8-A2B884955048}"/>
              </a:ext>
            </a:extLst>
          </p:cNvPr>
          <p:cNvCxnSpPr>
            <a:cxnSpLocks/>
          </p:cNvCxnSpPr>
          <p:nvPr/>
        </p:nvCxnSpPr>
        <p:spPr>
          <a:xfrm>
            <a:off x="1197868" y="1340768"/>
            <a:ext cx="10729192" cy="0"/>
          </a:xfrm>
          <a:prstGeom prst="line">
            <a:avLst/>
          </a:prstGeom>
          <a:ln w="76200">
            <a:solidFill>
              <a:srgbClr val="596671"/>
            </a:solidFill>
          </a:ln>
        </p:spPr>
        <p:style>
          <a:lnRef idx="1">
            <a:schemeClr val="accent1"/>
          </a:lnRef>
          <a:fillRef idx="0">
            <a:schemeClr val="accent1"/>
          </a:fillRef>
          <a:effectRef idx="0">
            <a:schemeClr val="accent1"/>
          </a:effectRef>
          <a:fontRef idx="minor">
            <a:schemeClr val="tx1"/>
          </a:fontRef>
        </p:style>
      </p:cxnSp>
      <p:pic>
        <p:nvPicPr>
          <p:cNvPr id="1028" name="Picture 4" descr="Welcome to this presentation focused on confounding.">
            <a:extLst>
              <a:ext uri="{FF2B5EF4-FFF2-40B4-BE49-F238E27FC236}">
                <a16:creationId xmlns:a16="http://schemas.microsoft.com/office/drawing/2014/main" id="{327944FB-4900-447B-A6F1-78CB971464F7}"/>
              </a:ext>
            </a:extLst>
          </p:cNvPr>
          <p:cNvPicPr>
            <a:picLocks noGrp="1" noChangeAspect="1" noChangeArrowheads="1"/>
          </p:cNvPicPr>
          <p:nvPr>
            <p:ph idx="1"/>
          </p:nvPr>
        </p:nvPicPr>
        <p:blipFill rotWithShape="1">
          <a:blip r:embed="rId3">
            <a:extLst>
              <a:ext uri="{28A0092B-C50C-407E-A947-70E740481C1C}">
                <a14:useLocalDpi xmlns:a14="http://schemas.microsoft.com/office/drawing/2010/main" val="0"/>
              </a:ext>
            </a:extLst>
          </a:blip>
          <a:srcRect t="21643"/>
          <a:stretch/>
        </p:blipFill>
        <p:spPr bwMode="auto">
          <a:xfrm>
            <a:off x="1593436" y="1556792"/>
            <a:ext cx="4861016" cy="2867748"/>
          </a:xfrm>
          <a:prstGeom prst="rect">
            <a:avLst/>
          </a:prstGeom>
          <a:noFill/>
          <a:extLst>
            <a:ext uri="{909E8E84-426E-40DD-AFC4-6F175D3DCCD1}">
              <a14:hiddenFill xmlns:a14="http://schemas.microsoft.com/office/drawing/2010/main">
                <a:solidFill>
                  <a:srgbClr val="FFFFFF"/>
                </a:solidFill>
              </a14:hiddenFill>
            </a:ext>
          </a:extLst>
        </p:spPr>
      </p:pic>
      <p:sp>
        <p:nvSpPr>
          <p:cNvPr id="3" name="Rectángulo 2">
            <a:extLst>
              <a:ext uri="{FF2B5EF4-FFF2-40B4-BE49-F238E27FC236}">
                <a16:creationId xmlns:a16="http://schemas.microsoft.com/office/drawing/2014/main" id="{3AF72BA4-346A-410E-9AFD-D8B859181B83}"/>
              </a:ext>
            </a:extLst>
          </p:cNvPr>
          <p:cNvSpPr/>
          <p:nvPr/>
        </p:nvSpPr>
        <p:spPr>
          <a:xfrm>
            <a:off x="7894612" y="1772816"/>
            <a:ext cx="2808312" cy="36003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dirty="0" err="1"/>
              <a:t>Matching</a:t>
            </a:r>
            <a:endParaRPr lang="es-PE" dirty="0"/>
          </a:p>
        </p:txBody>
      </p:sp>
      <p:pic>
        <p:nvPicPr>
          <p:cNvPr id="5" name="Imagen 4">
            <a:extLst>
              <a:ext uri="{FF2B5EF4-FFF2-40B4-BE49-F238E27FC236}">
                <a16:creationId xmlns:a16="http://schemas.microsoft.com/office/drawing/2014/main" id="{8A767774-7AF4-4D57-9701-A28197A4ECAD}"/>
              </a:ext>
            </a:extLst>
          </p:cNvPr>
          <p:cNvPicPr>
            <a:picLocks noChangeAspect="1"/>
          </p:cNvPicPr>
          <p:nvPr/>
        </p:nvPicPr>
        <p:blipFill>
          <a:blip r:embed="rId4"/>
          <a:stretch>
            <a:fillRect/>
          </a:stretch>
        </p:blipFill>
        <p:spPr>
          <a:xfrm>
            <a:off x="5535898" y="2459338"/>
            <a:ext cx="6247146" cy="4245093"/>
          </a:xfrm>
          <a:prstGeom prst="rect">
            <a:avLst/>
          </a:prstGeom>
        </p:spPr>
      </p:pic>
    </p:spTree>
    <p:extLst>
      <p:ext uri="{BB962C8B-B14F-4D97-AF65-F5344CB8AC3E}">
        <p14:creationId xmlns:p14="http://schemas.microsoft.com/office/powerpoint/2010/main" val="353332895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ítulo 12"/>
          <p:cNvSpPr>
            <a:spLocks noGrp="1"/>
          </p:cNvSpPr>
          <p:nvPr>
            <p:ph type="title"/>
          </p:nvPr>
        </p:nvSpPr>
        <p:spPr>
          <a:xfrm>
            <a:off x="1593436" y="139701"/>
            <a:ext cx="9782801" cy="985044"/>
          </a:xfrm>
        </p:spPr>
        <p:txBody>
          <a:bodyPr rtlCol="0">
            <a:normAutofit/>
          </a:bodyPr>
          <a:lstStyle/>
          <a:p>
            <a:pPr rtl="0"/>
            <a:r>
              <a:rPr lang="es-ES" sz="3200" b="1" dirty="0">
                <a:solidFill>
                  <a:srgbClr val="1232D0"/>
                </a:solidFill>
              </a:rPr>
              <a:t>Recordemos como controlamos confusión</a:t>
            </a:r>
          </a:p>
        </p:txBody>
      </p:sp>
      <p:cxnSp>
        <p:nvCxnSpPr>
          <p:cNvPr id="4" name="Conector recto 3">
            <a:extLst>
              <a:ext uri="{FF2B5EF4-FFF2-40B4-BE49-F238E27FC236}">
                <a16:creationId xmlns:a16="http://schemas.microsoft.com/office/drawing/2014/main" id="{382DEA70-704B-4295-BFD8-A2B884955048}"/>
              </a:ext>
            </a:extLst>
          </p:cNvPr>
          <p:cNvCxnSpPr>
            <a:cxnSpLocks/>
          </p:cNvCxnSpPr>
          <p:nvPr/>
        </p:nvCxnSpPr>
        <p:spPr>
          <a:xfrm>
            <a:off x="1197868" y="1340768"/>
            <a:ext cx="10729192" cy="0"/>
          </a:xfrm>
          <a:prstGeom prst="line">
            <a:avLst/>
          </a:prstGeom>
          <a:ln w="76200">
            <a:solidFill>
              <a:srgbClr val="596671"/>
            </a:solidFill>
          </a:ln>
        </p:spPr>
        <p:style>
          <a:lnRef idx="1">
            <a:schemeClr val="accent1"/>
          </a:lnRef>
          <a:fillRef idx="0">
            <a:schemeClr val="accent1"/>
          </a:fillRef>
          <a:effectRef idx="0">
            <a:schemeClr val="accent1"/>
          </a:effectRef>
          <a:fontRef idx="minor">
            <a:schemeClr val="tx1"/>
          </a:fontRef>
        </p:style>
      </p:cxnSp>
      <p:pic>
        <p:nvPicPr>
          <p:cNvPr id="1028" name="Picture 4" descr="Welcome to this presentation focused on confounding.">
            <a:extLst>
              <a:ext uri="{FF2B5EF4-FFF2-40B4-BE49-F238E27FC236}">
                <a16:creationId xmlns:a16="http://schemas.microsoft.com/office/drawing/2014/main" id="{327944FB-4900-447B-A6F1-78CB971464F7}"/>
              </a:ext>
            </a:extLst>
          </p:cNvPr>
          <p:cNvPicPr>
            <a:picLocks noGrp="1" noChangeAspect="1" noChangeArrowheads="1"/>
          </p:cNvPicPr>
          <p:nvPr>
            <p:ph idx="1"/>
          </p:nvPr>
        </p:nvPicPr>
        <p:blipFill rotWithShape="1">
          <a:blip r:embed="rId3">
            <a:extLst>
              <a:ext uri="{28A0092B-C50C-407E-A947-70E740481C1C}">
                <a14:useLocalDpi xmlns:a14="http://schemas.microsoft.com/office/drawing/2010/main" val="0"/>
              </a:ext>
            </a:extLst>
          </a:blip>
          <a:srcRect t="21643"/>
          <a:stretch/>
        </p:blipFill>
        <p:spPr bwMode="auto">
          <a:xfrm>
            <a:off x="1593436" y="1556792"/>
            <a:ext cx="4861016" cy="2867748"/>
          </a:xfrm>
          <a:prstGeom prst="rect">
            <a:avLst/>
          </a:prstGeom>
          <a:noFill/>
          <a:extLst>
            <a:ext uri="{909E8E84-426E-40DD-AFC4-6F175D3DCCD1}">
              <a14:hiddenFill xmlns:a14="http://schemas.microsoft.com/office/drawing/2010/main">
                <a:solidFill>
                  <a:srgbClr val="FFFFFF"/>
                </a:solidFill>
              </a14:hiddenFill>
            </a:ext>
          </a:extLst>
        </p:spPr>
      </p:pic>
      <p:sp>
        <p:nvSpPr>
          <p:cNvPr id="3" name="Rectángulo 2">
            <a:extLst>
              <a:ext uri="{FF2B5EF4-FFF2-40B4-BE49-F238E27FC236}">
                <a16:creationId xmlns:a16="http://schemas.microsoft.com/office/drawing/2014/main" id="{3AF72BA4-346A-410E-9AFD-D8B859181B83}"/>
              </a:ext>
            </a:extLst>
          </p:cNvPr>
          <p:cNvSpPr/>
          <p:nvPr/>
        </p:nvSpPr>
        <p:spPr>
          <a:xfrm>
            <a:off x="7894612" y="1772816"/>
            <a:ext cx="2808312" cy="36003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dirty="0"/>
              <a:t>Estratificación</a:t>
            </a:r>
          </a:p>
        </p:txBody>
      </p:sp>
      <p:pic>
        <p:nvPicPr>
          <p:cNvPr id="2" name="Imagen 1">
            <a:extLst>
              <a:ext uri="{FF2B5EF4-FFF2-40B4-BE49-F238E27FC236}">
                <a16:creationId xmlns:a16="http://schemas.microsoft.com/office/drawing/2014/main" id="{3323D183-F6EF-4264-BFBE-373CC13B8718}"/>
              </a:ext>
            </a:extLst>
          </p:cNvPr>
          <p:cNvPicPr>
            <a:picLocks noChangeAspect="1"/>
          </p:cNvPicPr>
          <p:nvPr/>
        </p:nvPicPr>
        <p:blipFill>
          <a:blip r:embed="rId4"/>
          <a:stretch>
            <a:fillRect/>
          </a:stretch>
        </p:blipFill>
        <p:spPr>
          <a:xfrm>
            <a:off x="5806380" y="2507259"/>
            <a:ext cx="5755439" cy="3834561"/>
          </a:xfrm>
          <a:prstGeom prst="rect">
            <a:avLst/>
          </a:prstGeom>
        </p:spPr>
      </p:pic>
    </p:spTree>
    <p:extLst>
      <p:ext uri="{BB962C8B-B14F-4D97-AF65-F5344CB8AC3E}">
        <p14:creationId xmlns:p14="http://schemas.microsoft.com/office/powerpoint/2010/main" val="75545949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ítulo 12"/>
          <p:cNvSpPr>
            <a:spLocks noGrp="1"/>
          </p:cNvSpPr>
          <p:nvPr>
            <p:ph type="title"/>
          </p:nvPr>
        </p:nvSpPr>
        <p:spPr>
          <a:xfrm>
            <a:off x="1593436" y="139701"/>
            <a:ext cx="9782801" cy="985044"/>
          </a:xfrm>
        </p:spPr>
        <p:txBody>
          <a:bodyPr rtlCol="0">
            <a:normAutofit/>
          </a:bodyPr>
          <a:lstStyle/>
          <a:p>
            <a:pPr rtl="0"/>
            <a:r>
              <a:rPr lang="es-ES" sz="3200" b="1" dirty="0">
                <a:solidFill>
                  <a:srgbClr val="1232D0"/>
                </a:solidFill>
              </a:rPr>
              <a:t>Recordemos como controlamos confusión</a:t>
            </a:r>
          </a:p>
        </p:txBody>
      </p:sp>
      <p:cxnSp>
        <p:nvCxnSpPr>
          <p:cNvPr id="4" name="Conector recto 3">
            <a:extLst>
              <a:ext uri="{FF2B5EF4-FFF2-40B4-BE49-F238E27FC236}">
                <a16:creationId xmlns:a16="http://schemas.microsoft.com/office/drawing/2014/main" id="{382DEA70-704B-4295-BFD8-A2B884955048}"/>
              </a:ext>
            </a:extLst>
          </p:cNvPr>
          <p:cNvCxnSpPr>
            <a:cxnSpLocks/>
          </p:cNvCxnSpPr>
          <p:nvPr/>
        </p:nvCxnSpPr>
        <p:spPr>
          <a:xfrm>
            <a:off x="1197868" y="1340768"/>
            <a:ext cx="10729192" cy="0"/>
          </a:xfrm>
          <a:prstGeom prst="line">
            <a:avLst/>
          </a:prstGeom>
          <a:ln w="76200">
            <a:solidFill>
              <a:srgbClr val="596671"/>
            </a:solidFill>
          </a:ln>
        </p:spPr>
        <p:style>
          <a:lnRef idx="1">
            <a:schemeClr val="accent1"/>
          </a:lnRef>
          <a:fillRef idx="0">
            <a:schemeClr val="accent1"/>
          </a:fillRef>
          <a:effectRef idx="0">
            <a:schemeClr val="accent1"/>
          </a:effectRef>
          <a:fontRef idx="minor">
            <a:schemeClr val="tx1"/>
          </a:fontRef>
        </p:style>
      </p:cxnSp>
      <p:pic>
        <p:nvPicPr>
          <p:cNvPr id="1028" name="Picture 4" descr="Welcome to this presentation focused on confounding.">
            <a:extLst>
              <a:ext uri="{FF2B5EF4-FFF2-40B4-BE49-F238E27FC236}">
                <a16:creationId xmlns:a16="http://schemas.microsoft.com/office/drawing/2014/main" id="{327944FB-4900-447B-A6F1-78CB971464F7}"/>
              </a:ext>
            </a:extLst>
          </p:cNvPr>
          <p:cNvPicPr>
            <a:picLocks noGrp="1" noChangeAspect="1" noChangeArrowheads="1"/>
          </p:cNvPicPr>
          <p:nvPr>
            <p:ph idx="1"/>
          </p:nvPr>
        </p:nvPicPr>
        <p:blipFill rotWithShape="1">
          <a:blip r:embed="rId3">
            <a:extLst>
              <a:ext uri="{28A0092B-C50C-407E-A947-70E740481C1C}">
                <a14:useLocalDpi xmlns:a14="http://schemas.microsoft.com/office/drawing/2010/main" val="0"/>
              </a:ext>
            </a:extLst>
          </a:blip>
          <a:srcRect t="21643"/>
          <a:stretch/>
        </p:blipFill>
        <p:spPr bwMode="auto">
          <a:xfrm>
            <a:off x="1593436" y="1556792"/>
            <a:ext cx="4861016" cy="2867748"/>
          </a:xfrm>
          <a:prstGeom prst="rect">
            <a:avLst/>
          </a:prstGeom>
          <a:noFill/>
          <a:extLst>
            <a:ext uri="{909E8E84-426E-40DD-AFC4-6F175D3DCCD1}">
              <a14:hiddenFill xmlns:a14="http://schemas.microsoft.com/office/drawing/2010/main">
                <a:solidFill>
                  <a:srgbClr val="FFFFFF"/>
                </a:solidFill>
              </a14:hiddenFill>
            </a:ext>
          </a:extLst>
        </p:spPr>
      </p:pic>
      <p:sp>
        <p:nvSpPr>
          <p:cNvPr id="3" name="Rectángulo 2">
            <a:extLst>
              <a:ext uri="{FF2B5EF4-FFF2-40B4-BE49-F238E27FC236}">
                <a16:creationId xmlns:a16="http://schemas.microsoft.com/office/drawing/2014/main" id="{3AF72BA4-346A-410E-9AFD-D8B859181B83}"/>
              </a:ext>
            </a:extLst>
          </p:cNvPr>
          <p:cNvSpPr/>
          <p:nvPr/>
        </p:nvSpPr>
        <p:spPr>
          <a:xfrm>
            <a:off x="6814492" y="1816891"/>
            <a:ext cx="2808312" cy="36003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dirty="0"/>
              <a:t>Multivariable</a:t>
            </a:r>
          </a:p>
        </p:txBody>
      </p:sp>
      <p:pic>
        <p:nvPicPr>
          <p:cNvPr id="3076" name="Picture 4" descr="Multiple Linear Regression | A Quick Guide (Examples)">
            <a:extLst>
              <a:ext uri="{FF2B5EF4-FFF2-40B4-BE49-F238E27FC236}">
                <a16:creationId xmlns:a16="http://schemas.microsoft.com/office/drawing/2014/main" id="{AE3A67B8-87A1-4079-871E-7054D7A9524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31031" y="2564898"/>
            <a:ext cx="4625979" cy="34560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5515386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ítulo 12"/>
          <p:cNvSpPr>
            <a:spLocks noGrp="1"/>
          </p:cNvSpPr>
          <p:nvPr>
            <p:ph type="title"/>
          </p:nvPr>
        </p:nvSpPr>
        <p:spPr>
          <a:xfrm>
            <a:off x="1593436" y="139701"/>
            <a:ext cx="9782801" cy="985044"/>
          </a:xfrm>
        </p:spPr>
        <p:txBody>
          <a:bodyPr rtlCol="0">
            <a:normAutofit/>
          </a:bodyPr>
          <a:lstStyle/>
          <a:p>
            <a:pPr rtl="0"/>
            <a:r>
              <a:rPr lang="es-ES" sz="3200" b="1" dirty="0">
                <a:solidFill>
                  <a:srgbClr val="1232D0"/>
                </a:solidFill>
              </a:rPr>
              <a:t>Sesgo de selección</a:t>
            </a:r>
          </a:p>
        </p:txBody>
      </p:sp>
      <p:cxnSp>
        <p:nvCxnSpPr>
          <p:cNvPr id="4" name="Conector recto 3">
            <a:extLst>
              <a:ext uri="{FF2B5EF4-FFF2-40B4-BE49-F238E27FC236}">
                <a16:creationId xmlns:a16="http://schemas.microsoft.com/office/drawing/2014/main" id="{382DEA70-704B-4295-BFD8-A2B884955048}"/>
              </a:ext>
            </a:extLst>
          </p:cNvPr>
          <p:cNvCxnSpPr>
            <a:cxnSpLocks/>
          </p:cNvCxnSpPr>
          <p:nvPr/>
        </p:nvCxnSpPr>
        <p:spPr>
          <a:xfrm>
            <a:off x="1197868" y="1340768"/>
            <a:ext cx="10729192" cy="0"/>
          </a:xfrm>
          <a:prstGeom prst="line">
            <a:avLst/>
          </a:prstGeom>
          <a:ln w="76200">
            <a:solidFill>
              <a:srgbClr val="596671"/>
            </a:solidFill>
          </a:ln>
        </p:spPr>
        <p:style>
          <a:lnRef idx="1">
            <a:schemeClr val="accent1"/>
          </a:lnRef>
          <a:fillRef idx="0">
            <a:schemeClr val="accent1"/>
          </a:fillRef>
          <a:effectRef idx="0">
            <a:schemeClr val="accent1"/>
          </a:effectRef>
          <a:fontRef idx="minor">
            <a:schemeClr val="tx1"/>
          </a:fontRef>
        </p:style>
      </p:cxnSp>
      <p:sp>
        <p:nvSpPr>
          <p:cNvPr id="3" name="Rectángulo 2">
            <a:extLst>
              <a:ext uri="{FF2B5EF4-FFF2-40B4-BE49-F238E27FC236}">
                <a16:creationId xmlns:a16="http://schemas.microsoft.com/office/drawing/2014/main" id="{3AF72BA4-346A-410E-9AFD-D8B859181B83}"/>
              </a:ext>
            </a:extLst>
          </p:cNvPr>
          <p:cNvSpPr/>
          <p:nvPr/>
        </p:nvSpPr>
        <p:spPr>
          <a:xfrm>
            <a:off x="6814492" y="1816891"/>
            <a:ext cx="2808312" cy="36003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dirty="0"/>
              <a:t>Multivariable</a:t>
            </a:r>
          </a:p>
        </p:txBody>
      </p:sp>
      <p:pic>
        <p:nvPicPr>
          <p:cNvPr id="9" name="Marcador de contenido 8">
            <a:extLst>
              <a:ext uri="{FF2B5EF4-FFF2-40B4-BE49-F238E27FC236}">
                <a16:creationId xmlns:a16="http://schemas.microsoft.com/office/drawing/2014/main" id="{00262B7E-2D59-46EE-B124-5F47D65A6D85}"/>
              </a:ext>
            </a:extLst>
          </p:cNvPr>
          <p:cNvPicPr>
            <a:picLocks noGrp="1" noChangeAspect="1"/>
          </p:cNvPicPr>
          <p:nvPr>
            <p:ph idx="1"/>
          </p:nvPr>
        </p:nvPicPr>
        <p:blipFill rotWithShape="1">
          <a:blip r:embed="rId3"/>
          <a:srcRect l="4083" t="14800" r="4523" b="28501"/>
          <a:stretch/>
        </p:blipFill>
        <p:spPr>
          <a:xfrm>
            <a:off x="1257255" y="1559823"/>
            <a:ext cx="10525789" cy="3212798"/>
          </a:xfrm>
          <a:prstGeom prst="rect">
            <a:avLst/>
          </a:prstGeom>
        </p:spPr>
      </p:pic>
    </p:spTree>
    <p:extLst>
      <p:ext uri="{BB962C8B-B14F-4D97-AF65-F5344CB8AC3E}">
        <p14:creationId xmlns:p14="http://schemas.microsoft.com/office/powerpoint/2010/main" val="396848597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ítulo 12"/>
          <p:cNvSpPr>
            <a:spLocks noGrp="1"/>
          </p:cNvSpPr>
          <p:nvPr>
            <p:ph type="title"/>
          </p:nvPr>
        </p:nvSpPr>
        <p:spPr>
          <a:xfrm>
            <a:off x="1593436" y="139701"/>
            <a:ext cx="9782801" cy="985044"/>
          </a:xfrm>
        </p:spPr>
        <p:txBody>
          <a:bodyPr rtlCol="0">
            <a:normAutofit/>
          </a:bodyPr>
          <a:lstStyle/>
          <a:p>
            <a:pPr rtl="0"/>
            <a:r>
              <a:rPr lang="es-ES" sz="3200" b="1" dirty="0">
                <a:solidFill>
                  <a:srgbClr val="1232D0"/>
                </a:solidFill>
              </a:rPr>
              <a:t>Como minimizar sesgo de selección</a:t>
            </a:r>
          </a:p>
        </p:txBody>
      </p:sp>
      <p:cxnSp>
        <p:nvCxnSpPr>
          <p:cNvPr id="4" name="Conector recto 3">
            <a:extLst>
              <a:ext uri="{FF2B5EF4-FFF2-40B4-BE49-F238E27FC236}">
                <a16:creationId xmlns:a16="http://schemas.microsoft.com/office/drawing/2014/main" id="{382DEA70-704B-4295-BFD8-A2B884955048}"/>
              </a:ext>
            </a:extLst>
          </p:cNvPr>
          <p:cNvCxnSpPr>
            <a:cxnSpLocks/>
          </p:cNvCxnSpPr>
          <p:nvPr/>
        </p:nvCxnSpPr>
        <p:spPr>
          <a:xfrm>
            <a:off x="1197868" y="1340768"/>
            <a:ext cx="10729192" cy="0"/>
          </a:xfrm>
          <a:prstGeom prst="line">
            <a:avLst/>
          </a:prstGeom>
          <a:ln w="76200">
            <a:solidFill>
              <a:srgbClr val="596671"/>
            </a:solidFill>
          </a:ln>
        </p:spPr>
        <p:style>
          <a:lnRef idx="1">
            <a:schemeClr val="accent1"/>
          </a:lnRef>
          <a:fillRef idx="0">
            <a:schemeClr val="accent1"/>
          </a:fillRef>
          <a:effectRef idx="0">
            <a:schemeClr val="accent1"/>
          </a:effectRef>
          <a:fontRef idx="minor">
            <a:schemeClr val="tx1"/>
          </a:fontRef>
        </p:style>
      </p:cxnSp>
      <p:pic>
        <p:nvPicPr>
          <p:cNvPr id="11" name="Marcador de contenido 10">
            <a:extLst>
              <a:ext uri="{FF2B5EF4-FFF2-40B4-BE49-F238E27FC236}">
                <a16:creationId xmlns:a16="http://schemas.microsoft.com/office/drawing/2014/main" id="{DC864D49-FE22-4AD1-B13F-91EEF7C45199}"/>
              </a:ext>
            </a:extLst>
          </p:cNvPr>
          <p:cNvPicPr>
            <a:picLocks noGrp="1" noChangeAspect="1"/>
          </p:cNvPicPr>
          <p:nvPr>
            <p:ph idx="1"/>
          </p:nvPr>
        </p:nvPicPr>
        <p:blipFill rotWithShape="1">
          <a:blip r:embed="rId3"/>
          <a:srcRect t="18940" b="13191"/>
          <a:stretch/>
        </p:blipFill>
        <p:spPr>
          <a:xfrm>
            <a:off x="1269876" y="2276872"/>
            <a:ext cx="10441160" cy="3096343"/>
          </a:xfrm>
          <a:prstGeom prst="rect">
            <a:avLst/>
          </a:prstGeom>
        </p:spPr>
      </p:pic>
    </p:spTree>
    <p:extLst>
      <p:ext uri="{BB962C8B-B14F-4D97-AF65-F5344CB8AC3E}">
        <p14:creationId xmlns:p14="http://schemas.microsoft.com/office/powerpoint/2010/main" val="166183499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08E448C-76EF-47E9-9D3A-D4006AF3903E}"/>
              </a:ext>
            </a:extLst>
          </p:cNvPr>
          <p:cNvSpPr>
            <a:spLocks noGrp="1"/>
          </p:cNvSpPr>
          <p:nvPr>
            <p:ph type="title"/>
          </p:nvPr>
        </p:nvSpPr>
        <p:spPr/>
        <p:txBody>
          <a:bodyPr/>
          <a:lstStyle/>
          <a:p>
            <a:r>
              <a:rPr lang="es-PE" dirty="0">
                <a:solidFill>
                  <a:srgbClr val="1232D0"/>
                </a:solidFill>
              </a:rPr>
              <a:t>Análisis cuantitativo de sesgos</a:t>
            </a:r>
          </a:p>
        </p:txBody>
      </p:sp>
      <p:sp>
        <p:nvSpPr>
          <p:cNvPr id="3" name="Marcador de contenido 2">
            <a:extLst>
              <a:ext uri="{FF2B5EF4-FFF2-40B4-BE49-F238E27FC236}">
                <a16:creationId xmlns:a16="http://schemas.microsoft.com/office/drawing/2014/main" id="{B82CD85D-B85B-4530-9732-41634DB189AA}"/>
              </a:ext>
            </a:extLst>
          </p:cNvPr>
          <p:cNvSpPr>
            <a:spLocks noGrp="1"/>
          </p:cNvSpPr>
          <p:nvPr>
            <p:ph idx="1"/>
          </p:nvPr>
        </p:nvSpPr>
        <p:spPr/>
        <p:txBody>
          <a:bodyPr/>
          <a:lstStyle/>
          <a:p>
            <a:pPr algn="l"/>
            <a:r>
              <a:rPr lang="es-PE" b="1" i="0" dirty="0" err="1">
                <a:solidFill>
                  <a:srgbClr val="000000"/>
                </a:solidFill>
                <a:effectLst/>
                <a:latin typeface="Open Sans" panose="020B0606030504020204" pitchFamily="34" charset="0"/>
              </a:rPr>
              <a:t>Misclassification</a:t>
            </a:r>
            <a:r>
              <a:rPr lang="es-PE" b="1" i="0" dirty="0">
                <a:solidFill>
                  <a:srgbClr val="000000"/>
                </a:solidFill>
                <a:effectLst/>
                <a:latin typeface="Open Sans" panose="020B0606030504020204" pitchFamily="34" charset="0"/>
              </a:rPr>
              <a:t> </a:t>
            </a:r>
            <a:r>
              <a:rPr lang="es-PE" b="1" i="0" dirty="0" err="1">
                <a:solidFill>
                  <a:srgbClr val="000000"/>
                </a:solidFill>
                <a:effectLst/>
                <a:latin typeface="Open Sans" panose="020B0606030504020204" pitchFamily="34" charset="0"/>
              </a:rPr>
              <a:t>Bias</a:t>
            </a:r>
            <a:endParaRPr lang="es-PE" b="1" i="0" dirty="0">
              <a:solidFill>
                <a:srgbClr val="000000"/>
              </a:solidFill>
              <a:effectLst/>
              <a:latin typeface="Open Sans" panose="020B0606030504020204" pitchFamily="34" charset="0"/>
            </a:endParaRPr>
          </a:p>
          <a:p>
            <a:pPr marL="0" indent="0">
              <a:buNone/>
            </a:pPr>
            <a:endParaRPr lang="es-PE" dirty="0"/>
          </a:p>
        </p:txBody>
      </p:sp>
      <p:pic>
        <p:nvPicPr>
          <p:cNvPr id="7170" name="Picture 2">
            <a:extLst>
              <a:ext uri="{FF2B5EF4-FFF2-40B4-BE49-F238E27FC236}">
                <a16:creationId xmlns:a16="http://schemas.microsoft.com/office/drawing/2014/main" id="{1014D427-32A5-431F-902C-C0535CA3AF4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7062" r="17314"/>
          <a:stretch/>
        </p:blipFill>
        <p:spPr bwMode="auto">
          <a:xfrm>
            <a:off x="6484836" y="1691640"/>
            <a:ext cx="4320480" cy="43891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13905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08E448C-76EF-47E9-9D3A-D4006AF3903E}"/>
              </a:ext>
            </a:extLst>
          </p:cNvPr>
          <p:cNvSpPr>
            <a:spLocks noGrp="1"/>
          </p:cNvSpPr>
          <p:nvPr>
            <p:ph type="title"/>
          </p:nvPr>
        </p:nvSpPr>
        <p:spPr/>
        <p:txBody>
          <a:bodyPr/>
          <a:lstStyle/>
          <a:p>
            <a:r>
              <a:rPr lang="es-PE" dirty="0">
                <a:solidFill>
                  <a:srgbClr val="1232D0"/>
                </a:solidFill>
              </a:rPr>
              <a:t>Análisis cuantitativo de sesgos</a:t>
            </a:r>
          </a:p>
        </p:txBody>
      </p:sp>
      <p:sp>
        <p:nvSpPr>
          <p:cNvPr id="3" name="Marcador de contenido 2">
            <a:extLst>
              <a:ext uri="{FF2B5EF4-FFF2-40B4-BE49-F238E27FC236}">
                <a16:creationId xmlns:a16="http://schemas.microsoft.com/office/drawing/2014/main" id="{B82CD85D-B85B-4530-9732-41634DB189AA}"/>
              </a:ext>
            </a:extLst>
          </p:cNvPr>
          <p:cNvSpPr>
            <a:spLocks noGrp="1"/>
          </p:cNvSpPr>
          <p:nvPr>
            <p:ph idx="1"/>
          </p:nvPr>
        </p:nvSpPr>
        <p:spPr/>
        <p:txBody>
          <a:bodyPr/>
          <a:lstStyle/>
          <a:p>
            <a:pPr algn="l"/>
            <a:r>
              <a:rPr lang="es-PE" b="1" i="0" dirty="0" err="1">
                <a:solidFill>
                  <a:srgbClr val="000000"/>
                </a:solidFill>
                <a:effectLst/>
                <a:latin typeface="Open Sans" panose="020B0606030504020204" pitchFamily="34" charset="0"/>
              </a:rPr>
              <a:t>Misclassification</a:t>
            </a:r>
            <a:r>
              <a:rPr lang="es-PE" b="1" i="0" dirty="0">
                <a:solidFill>
                  <a:srgbClr val="000000"/>
                </a:solidFill>
                <a:effectLst/>
                <a:latin typeface="Open Sans" panose="020B0606030504020204" pitchFamily="34" charset="0"/>
              </a:rPr>
              <a:t> </a:t>
            </a:r>
            <a:r>
              <a:rPr lang="es-PE" b="1" i="0" dirty="0" err="1">
                <a:solidFill>
                  <a:srgbClr val="000000"/>
                </a:solidFill>
                <a:effectLst/>
                <a:latin typeface="Open Sans" panose="020B0606030504020204" pitchFamily="34" charset="0"/>
              </a:rPr>
              <a:t>Bias</a:t>
            </a:r>
            <a:endParaRPr lang="es-PE" b="1" i="0" dirty="0">
              <a:solidFill>
                <a:srgbClr val="000000"/>
              </a:solidFill>
              <a:effectLst/>
              <a:latin typeface="Open Sans" panose="020B0606030504020204" pitchFamily="34" charset="0"/>
            </a:endParaRPr>
          </a:p>
          <a:p>
            <a:pPr marL="0" indent="0">
              <a:buNone/>
            </a:pPr>
            <a:endParaRPr lang="es-PE" dirty="0"/>
          </a:p>
        </p:txBody>
      </p:sp>
      <p:pic>
        <p:nvPicPr>
          <p:cNvPr id="9218" name="Picture 2">
            <a:extLst>
              <a:ext uri="{FF2B5EF4-FFF2-40B4-BE49-F238E27FC236}">
                <a16:creationId xmlns:a16="http://schemas.microsoft.com/office/drawing/2014/main" id="{5EB76B5B-761E-4C5F-A724-7FAED9A0420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9688" t="-1" r="17962" b="-2374"/>
          <a:stretch/>
        </p:blipFill>
        <p:spPr bwMode="auto">
          <a:xfrm>
            <a:off x="6310436" y="1772815"/>
            <a:ext cx="4680520" cy="51232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572446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Gracias | El hexágono de Guadalajara">
            <a:extLst>
              <a:ext uri="{FF2B5EF4-FFF2-40B4-BE49-F238E27FC236}">
                <a16:creationId xmlns:a16="http://schemas.microsoft.com/office/drawing/2014/main" id="{55369AE0-7ECA-41EB-8938-87CEC90AA23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13892" y="1628800"/>
            <a:ext cx="8758709" cy="38317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7674994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theme/theme1.xml><?xml version="1.0" encoding="utf-8"?>
<a:theme xmlns:a="http://schemas.openxmlformats.org/drawingml/2006/main" name="Matemáticas 16 X 9">
  <a:themeElements>
    <a:clrScheme name="Math_16x9">
      <a:dk1>
        <a:srgbClr val="465562"/>
      </a:dk1>
      <a:lt1>
        <a:srgbClr val="FFFFFF"/>
      </a:lt1>
      <a:dk2>
        <a:srgbClr val="000000"/>
      </a:dk2>
      <a:lt2>
        <a:srgbClr val="F2ECE2"/>
      </a:lt2>
      <a:accent1>
        <a:srgbClr val="9BAAB7"/>
      </a:accent1>
      <a:accent2>
        <a:srgbClr val="B8D082"/>
      </a:accent2>
      <a:accent3>
        <a:srgbClr val="EFDB85"/>
      </a:accent3>
      <a:accent4>
        <a:srgbClr val="E8A565"/>
      </a:accent4>
      <a:accent5>
        <a:srgbClr val="BC9AAE"/>
      </a:accent5>
      <a:accent6>
        <a:srgbClr val="BABABA"/>
      </a:accent6>
      <a:hlink>
        <a:srgbClr val="8FC48C"/>
      </a:hlink>
      <a:folHlink>
        <a:srgbClr val="969696"/>
      </a:folHlink>
    </a:clrScheme>
    <a:fontScheme name="Euphemia">
      <a:majorFont>
        <a:latin typeface="Euphemia"/>
        <a:ea typeface=""/>
        <a:cs typeface=""/>
      </a:majorFont>
      <a:minorFont>
        <a:latin typeface="Euphemi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_16309086_TF02787947.potx" id="{47904E6C-F941-4E76-BCE5-98990F587331}" vid="{E19800A4-2B41-4D60-89B5-7A2C3CED113C}"/>
    </a:ext>
  </a:extLst>
</a:theme>
</file>

<file path=ppt/theme/theme2.xml><?xml version="1.0" encoding="utf-8"?>
<a:theme xmlns:a="http://schemas.openxmlformats.org/drawingml/2006/main" name="Tema de Office">
  <a:themeElements>
    <a:clrScheme name="Math_16x9">
      <a:dk1>
        <a:srgbClr val="465562"/>
      </a:dk1>
      <a:lt1>
        <a:srgbClr val="FFFFFF"/>
      </a:lt1>
      <a:dk2>
        <a:srgbClr val="000000"/>
      </a:dk2>
      <a:lt2>
        <a:srgbClr val="F2ECE2"/>
      </a:lt2>
      <a:accent1>
        <a:srgbClr val="9BAAB7"/>
      </a:accent1>
      <a:accent2>
        <a:srgbClr val="B8D082"/>
      </a:accent2>
      <a:accent3>
        <a:srgbClr val="EFDB85"/>
      </a:accent3>
      <a:accent4>
        <a:srgbClr val="E8A565"/>
      </a:accent4>
      <a:accent5>
        <a:srgbClr val="BC9AAE"/>
      </a:accent5>
      <a:accent6>
        <a:srgbClr val="BABABA"/>
      </a:accent6>
      <a:hlink>
        <a:srgbClr val="8FC48C"/>
      </a:hlink>
      <a:folHlink>
        <a:srgbClr val="A97C96"/>
      </a:folHlink>
    </a:clrScheme>
    <a:fontScheme name="Euphemia">
      <a:majorFont>
        <a:latin typeface="Euphemia"/>
        <a:ea typeface=""/>
        <a:cs typeface=""/>
      </a:majorFont>
      <a:minorFont>
        <a:latin typeface="Euphemi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Tema de Office">
  <a:themeElements>
    <a:clrScheme name="Math_16x9">
      <a:dk1>
        <a:srgbClr val="465562"/>
      </a:dk1>
      <a:lt1>
        <a:srgbClr val="FFFFFF"/>
      </a:lt1>
      <a:dk2>
        <a:srgbClr val="000000"/>
      </a:dk2>
      <a:lt2>
        <a:srgbClr val="F2ECE2"/>
      </a:lt2>
      <a:accent1>
        <a:srgbClr val="9BAAB7"/>
      </a:accent1>
      <a:accent2>
        <a:srgbClr val="B8D082"/>
      </a:accent2>
      <a:accent3>
        <a:srgbClr val="EFDB85"/>
      </a:accent3>
      <a:accent4>
        <a:srgbClr val="E8A565"/>
      </a:accent4>
      <a:accent5>
        <a:srgbClr val="BC9AAE"/>
      </a:accent5>
      <a:accent6>
        <a:srgbClr val="BABABA"/>
      </a:accent6>
      <a:hlink>
        <a:srgbClr val="8FC48C"/>
      </a:hlink>
      <a:folHlink>
        <a:srgbClr val="A97C96"/>
      </a:folHlink>
    </a:clrScheme>
    <a:fontScheme name="Euphemia">
      <a:majorFont>
        <a:latin typeface="Euphemia"/>
        <a:ea typeface=""/>
        <a:cs typeface=""/>
      </a:majorFont>
      <a:minorFont>
        <a:latin typeface="Euphemi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Presentación sobre matemáticas para el ámbito educativo con Pi (panorámica)</Template>
  <TotalTime>138</TotalTime>
  <Words>204</Words>
  <Application>Microsoft Office PowerPoint</Application>
  <PresentationFormat>Personalizado</PresentationFormat>
  <Paragraphs>42</Paragraphs>
  <Slides>13</Slides>
  <Notes>9</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13</vt:i4>
      </vt:variant>
    </vt:vector>
  </HeadingPairs>
  <TitlesOfParts>
    <vt:vector size="19" baseType="lpstr">
      <vt:lpstr>Arial</vt:lpstr>
      <vt:lpstr>BlinkMacSystemFont</vt:lpstr>
      <vt:lpstr>Calibri</vt:lpstr>
      <vt:lpstr>Euphemia</vt:lpstr>
      <vt:lpstr>Open Sans</vt:lpstr>
      <vt:lpstr>Matemáticas 16 X 9</vt:lpstr>
      <vt:lpstr>No se trata solo de confusión</vt:lpstr>
      <vt:lpstr>Presentación de PowerPoint</vt:lpstr>
      <vt:lpstr>Un poco de realidad</vt:lpstr>
      <vt:lpstr>Recordemos como controlamos confusión</vt:lpstr>
      <vt:lpstr>Recordemos como controlamos confusión</vt:lpstr>
      <vt:lpstr>Recordemos como controlamos confusión</vt:lpstr>
      <vt:lpstr>Recordemos como controlamos confusión</vt:lpstr>
      <vt:lpstr>Recordemos como controlamos confusión</vt:lpstr>
      <vt:lpstr>Sesgo de selección</vt:lpstr>
      <vt:lpstr>Como minimizar sesgo de selección</vt:lpstr>
      <vt:lpstr>Análisis cuantitativo de sesgos</vt:lpstr>
      <vt:lpstr>Análisis cuantitativo de sesgos</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Introducción a los Diseños de Estudios Epidemiológicos</dc:title>
  <dc:creator>Daniel Fernandez G</dc:creator>
  <cp:lastModifiedBy>Daniel Fernandez G</cp:lastModifiedBy>
  <cp:revision>15</cp:revision>
  <dcterms:created xsi:type="dcterms:W3CDTF">2024-05-02T21:22:54Z</dcterms:created>
  <dcterms:modified xsi:type="dcterms:W3CDTF">2024-05-29T23:32:59Z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nternalTags">
    <vt:lpwstr/>
  </property>
  <property fmtid="{D5CDD505-2E9C-101B-9397-08002B2CF9AE}" pid="3" name="ContentTypeId">
    <vt:lpwstr>0x010100AA3F7D94069FF64A86F7DFF56D60E3BE</vt:lpwstr>
  </property>
  <property fmtid="{D5CDD505-2E9C-101B-9397-08002B2CF9AE}" pid="4" name="FeatureTags">
    <vt:lpwstr/>
  </property>
  <property fmtid="{D5CDD505-2E9C-101B-9397-08002B2CF9AE}" pid="5" name="LocalizationTags">
    <vt:lpwstr/>
  </property>
  <property fmtid="{D5CDD505-2E9C-101B-9397-08002B2CF9AE}" pid="6" name="CampaignTags">
    <vt:lpwstr/>
  </property>
  <property fmtid="{D5CDD505-2E9C-101B-9397-08002B2CF9AE}" pid="7" name="ScenarioTags">
    <vt:lpwstr/>
  </property>
</Properties>
</file>