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9" r:id="rId73"/>
    <p:sldId id="331" r:id="rId74"/>
    <p:sldId id="332" r:id="rId75"/>
    <p:sldId id="333" r:id="rId76"/>
    <p:sldId id="334" r:id="rId77"/>
    <p:sldId id="336" r:id="rId78"/>
    <p:sldId id="353" r:id="rId79"/>
    <p:sldId id="354" r:id="rId80"/>
    <p:sldId id="355" r:id="rId81"/>
  </p:sldIdLst>
  <p:sldSz cx="9144000" cy="6858000" type="screen4x3"/>
  <p:notesSz cx="9144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7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7688-1FF1-4744-9EB3-573DE5814784}" type="datetimeFigureOut">
              <a:rPr lang="es-PE" smtClean="0"/>
              <a:t>7/09/2024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7F502-6E80-4B64-8254-A0A92ED31E9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5300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Hot </a:t>
            </a:r>
            <a:r>
              <a:rPr lang="es-PE" dirty="0" err="1"/>
              <a:t>deck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7F502-6E80-4B64-8254-A0A92ED31E93}" type="slidenum">
              <a:rPr lang="es-PE" smtClean="0"/>
              <a:t>45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391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320" y="1500187"/>
            <a:ext cx="7509867" cy="50720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" y="571500"/>
            <a:ext cx="7786687" cy="6143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795617" cy="5857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795617" cy="5857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357187"/>
            <a:ext cx="8867179" cy="65008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724179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70" y="785812"/>
            <a:ext cx="8456414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867054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867054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65274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484" y="785812"/>
            <a:ext cx="8268890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" y="785812"/>
            <a:ext cx="821531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93849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70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795617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795617" cy="592931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8578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795617" cy="594717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795617" cy="594717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867054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445" y="785812"/>
            <a:ext cx="779561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27789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285750"/>
            <a:ext cx="8429625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285750"/>
            <a:ext cx="8429625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7652742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9394"/>
          <a:stretch/>
        </p:blipFill>
        <p:spPr>
          <a:xfrm>
            <a:off x="705445" y="285750"/>
            <a:ext cx="8152804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500062"/>
            <a:ext cx="7858125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938492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45" y="785812"/>
            <a:ext cx="9010054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27789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795617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170664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7867054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45" y="785812"/>
            <a:ext cx="9010054" cy="580429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85750"/>
            <a:ext cx="8143875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85750"/>
            <a:ext cx="8447484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937" y="285750"/>
            <a:ext cx="8429625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85750"/>
            <a:ext cx="8170664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27789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785812"/>
            <a:ext cx="8081367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14312"/>
            <a:ext cx="7795617" cy="6643687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45" y="214312"/>
            <a:ext cx="7795617" cy="6643687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45" y="357187"/>
            <a:ext cx="8876109" cy="650081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357187"/>
            <a:ext cx="8867179" cy="650081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214312"/>
            <a:ext cx="8215312" cy="6357937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214312"/>
            <a:ext cx="8143875" cy="63579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873</TotalTime>
  <Words>3</Words>
  <Application>Microsoft Office PowerPoint</Application>
  <PresentationFormat>Presentación en pantalla (4:3)</PresentationFormat>
  <Paragraphs>2</Paragraphs>
  <Slides>80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80</vt:i4>
      </vt:variant>
    </vt:vector>
  </HeadingPairs>
  <TitlesOfParts>
    <vt:vector size="82" baseType="lpstr"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Daniel Fernandez G</cp:lastModifiedBy>
  <cp:revision>3</cp:revision>
  <dcterms:created xsi:type="dcterms:W3CDTF">2024-09-06T15:51:44Z</dcterms:created>
  <dcterms:modified xsi:type="dcterms:W3CDTF">2024-09-07T06:25:52Z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2024-09-06T00:00:00Z</vt:filetime>
  </property>
  <property fmtid="{D5CDD505-2E9C-101B-9397-08002B2CF9AE}" pid="3" name="LastSaved">
    <vt:filetime>2024-09-06T00:00:00Z</vt:filetime>
  </property>
</Properties>
</file>