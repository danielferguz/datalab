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93" r:id="rId3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340" autoAdjust="0"/>
  </p:normalViewPr>
  <p:slideViewPr>
    <p:cSldViewPr snapToGrid="0">
      <p:cViewPr varScale="1">
        <p:scale>
          <a:sx n="106" d="100"/>
          <a:sy n="106" d="100"/>
        </p:scale>
        <p:origin x="65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196B5C-87E8-46EF-9870-FC2E46E2D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DCDCE5-C661-4840-B5D3-F141DEF29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A11AA4-5D21-4DB2-8DAF-FC44A9573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15D2-65DE-4B35-BB81-2DE76CEB0C3D}" type="datetimeFigureOut">
              <a:rPr lang="es-PE" smtClean="0"/>
              <a:t>19/09/2024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1961A8-96E6-4545-88D8-EB6E3C4BA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3E3E2E-B70F-4B94-90D9-B8B95D2E9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F5CE9-ABC8-40F6-97CE-274FF48387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0884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16020-03EB-44CA-8C55-BEF64D9A0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5D91DE-7311-4B58-A2DA-1C1D89730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83ED30-FB4A-4202-9494-1775476F4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15D2-65DE-4B35-BB81-2DE76CEB0C3D}" type="datetimeFigureOut">
              <a:rPr lang="es-PE" smtClean="0"/>
              <a:t>19/09/2024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47CBB4-27D2-4167-9164-A1B980607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9CBAB6-144D-4D45-8115-30ADE60A1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F5CE9-ABC8-40F6-97CE-274FF48387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09618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A4F852-CA9B-4AB6-937F-E7BD2ABB2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64EFDD-EC04-4E81-BCF8-7071DC1BA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EE9C60-A92C-4B9F-A9F9-E8FB600DA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15D2-65DE-4B35-BB81-2DE76CEB0C3D}" type="datetimeFigureOut">
              <a:rPr lang="es-PE" smtClean="0"/>
              <a:t>19/09/2024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D72468-BE9F-4155-B091-E95B66EB4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A03FF9-894F-48CD-B9B5-B22F02DE6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F5CE9-ABC8-40F6-97CE-274FF48387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40209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C3B63B-6366-4DAB-B8FD-6578CD3C8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829281-AEBD-4BBA-BB58-E6C07603F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A50AD2-48D3-4E31-BE2B-C1D04C9DE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45AC53-E307-4C0E-94B7-4F58398EB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15D2-65DE-4B35-BB81-2DE76CEB0C3D}" type="datetimeFigureOut">
              <a:rPr lang="es-PE" smtClean="0"/>
              <a:t>19/09/2024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11EFA0-7A64-4C18-BCF9-DF9F761AF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C64A3CB-B963-4FF4-8400-2704F0F27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F5CE9-ABC8-40F6-97CE-274FF48387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2087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5E4BB-0C38-4C8D-8FDD-E836FE291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024339-5245-4BE1-9A72-216B8EAA2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3BB8C8-5344-43A3-B4E8-2575C6069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DF0333A-36C8-493C-9CA4-DC2C367A59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4DC6FB2-8ABE-4C0F-B2B0-D9FA78A1A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D73BD18-628A-47AD-A220-3B694A533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15D2-65DE-4B35-BB81-2DE76CEB0C3D}" type="datetimeFigureOut">
              <a:rPr lang="es-PE" smtClean="0"/>
              <a:t>19/09/2024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ADDF7AD-40B9-4E00-BC38-A0C9B17A9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C8A1F53-45E6-4AAB-A5DC-2766400B2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F5CE9-ABC8-40F6-97CE-274FF48387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01775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F8485D-9016-453D-B10D-26B7ABD46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3177"/>
          </a:xfrm>
        </p:spPr>
        <p:txBody>
          <a:bodyPr>
            <a:noAutofit/>
          </a:bodyPr>
          <a:lstStyle>
            <a:lvl1pPr algn="ctr">
              <a:defRPr sz="4000" b="1">
                <a:latin typeface="Arial Black" panose="020B0A040201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32E0F88-EF0F-499A-A7F0-80A580A75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15D2-65DE-4B35-BB81-2DE76CEB0C3D}" type="datetimeFigureOut">
              <a:rPr lang="es-PE" smtClean="0"/>
              <a:t>19/09/2024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4717479-35C6-49D0-8F29-512069735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1D7C38E-B1EA-49C4-A53B-B333A647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F5CE9-ABC8-40F6-97CE-274FF48387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27410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CB191CF-E18F-4E25-BD47-E1760632C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15D2-65DE-4B35-BB81-2DE76CEB0C3D}" type="datetimeFigureOut">
              <a:rPr lang="es-PE" smtClean="0"/>
              <a:t>19/09/2024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C0730CF-6FBF-49B6-89FE-FC2EE8C42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C6644B-4948-4B64-AD58-53105D38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F5CE9-ABC8-40F6-97CE-274FF48387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33946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0538C-3BA3-4F7B-9B00-392572C4E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705FD9-0CE1-44CA-A312-98C94B79B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60CF6E-441E-47B8-9282-2818DB0B4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0E3987-C786-47A5-9C88-9AD8855B6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15D2-65DE-4B35-BB81-2DE76CEB0C3D}" type="datetimeFigureOut">
              <a:rPr lang="es-PE" smtClean="0"/>
              <a:t>19/09/2024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3831DF-F5A4-48E3-BDEF-0FBA5A070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B5F9F1-1BD1-418C-9A15-14D72DDD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F5CE9-ABC8-40F6-97CE-274FF48387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07268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27E7C2-2393-47D6-A654-5CA101600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4E4637D-9B3C-405B-94D7-A2C89D6563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6BF6FEB-CB92-4609-B6FD-1CF68EB3E5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7BADE6-BB7D-4163-8283-9368C9B6D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15D2-65DE-4B35-BB81-2DE76CEB0C3D}" type="datetimeFigureOut">
              <a:rPr lang="es-PE" smtClean="0"/>
              <a:t>19/09/2024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8AD30B-5766-4A36-B1E8-90F845205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274672-6A06-4E2B-B83A-D103D838E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F5CE9-ABC8-40F6-97CE-274FF48387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46965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0CF804-0651-4E32-A23F-3EBF861B0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5DD2CFC-4FC8-46D5-9484-0594AFC2A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AA444E-C8E9-4471-A522-90D6EDC86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15D2-65DE-4B35-BB81-2DE76CEB0C3D}" type="datetimeFigureOut">
              <a:rPr lang="es-PE" smtClean="0"/>
              <a:t>19/09/2024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07501B-DC35-498A-9B0F-40F46CCBE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F0D0B4-6BD4-4F80-9DB5-201C73684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F5CE9-ABC8-40F6-97CE-274FF48387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25875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0B83981-B271-4733-99CD-32D2FFBAAC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09E3EDE-E14E-4699-9A6A-91C30A14E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48C5D2-729A-4738-80C6-75CB9338C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15D2-65DE-4B35-BB81-2DE76CEB0C3D}" type="datetimeFigureOut">
              <a:rPr lang="es-PE" smtClean="0"/>
              <a:t>19/09/2024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9BF64D-869E-46D5-A1C4-E4C4A398C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CACABF-FEC2-4EF9-B8C9-60FD8E8BD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F5CE9-ABC8-40F6-97CE-274FF48387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75628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8B1BADA-A547-4AE4-93E5-0273DF3A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D63DC8-B4D3-4603-B0E3-053C10944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FAF9B4-E99D-4E9D-9128-27BF98B44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D15D2-65DE-4B35-BB81-2DE76CEB0C3D}" type="datetimeFigureOut">
              <a:rPr lang="es-PE" smtClean="0"/>
              <a:t>19/09/2024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A59551-FEBF-4F9D-BD70-E3019DFFF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0F16F8-F6ED-4701-AF1E-5C571718D9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F5CE9-ABC8-40F6-97CE-274FF483871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6476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099696-F39B-415E-8669-9EEFBEAEC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err="1"/>
              <a:t>Forecasting</a:t>
            </a:r>
            <a:endParaRPr lang="es-PE" dirty="0"/>
          </a:p>
        </p:txBody>
      </p:sp>
      <p:pic>
        <p:nvPicPr>
          <p:cNvPr id="2050" name="Picture 2" descr="Probabilistic Forecasts (2016)">
            <a:extLst>
              <a:ext uri="{FF2B5EF4-FFF2-40B4-BE49-F238E27FC236}">
                <a16:creationId xmlns:a16="http://schemas.microsoft.com/office/drawing/2014/main" id="{3054258D-CFFD-4D82-A062-3D258F61C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1366838"/>
            <a:ext cx="6667500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4221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12C570-C9CA-4FEB-9DA7-6B129E65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err="1"/>
              <a:t>Forecasting</a:t>
            </a:r>
            <a:r>
              <a:rPr lang="es-PE" dirty="0"/>
              <a:t> </a:t>
            </a:r>
            <a:r>
              <a:rPr lang="es-PE" dirty="0" err="1"/>
              <a:t>by</a:t>
            </a:r>
            <a:r>
              <a:rPr lang="es-PE" dirty="0"/>
              <a:t> </a:t>
            </a:r>
            <a:r>
              <a:rPr lang="es-PE" dirty="0" err="1"/>
              <a:t>maggots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51BA7AC-0D8E-4B80-9912-D6500C1F1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63067" y="1660749"/>
            <a:ext cx="7668996" cy="376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451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8DF0B2-8242-44A6-A289-BCF8CCF35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err="1"/>
              <a:t>Forecasting</a:t>
            </a:r>
            <a:endParaRPr lang="es-PE" dirty="0"/>
          </a:p>
        </p:txBody>
      </p:sp>
      <p:pic>
        <p:nvPicPr>
          <p:cNvPr id="3074" name="Picture 2" descr="Thank God It's Doomsday | Simpsons Wiki | Fandom">
            <a:extLst>
              <a:ext uri="{FF2B5EF4-FFF2-40B4-BE49-F238E27FC236}">
                <a16:creationId xmlns:a16="http://schemas.microsoft.com/office/drawing/2014/main" id="{7C499B2C-C083-4B2E-9BDD-AAFED03BC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268" y="2206499"/>
            <a:ext cx="3429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22603C6-5B87-4A61-8C50-FD6C6F856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720" y="2206499"/>
            <a:ext cx="2539199" cy="2783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373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36633C-8965-4433-B148-A30F97614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DB6CCCF-EDA3-4E75-BD20-1B89BEFC8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17" y="607846"/>
            <a:ext cx="10369017" cy="520572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A10B376-0BF2-49DE-BBD9-CB0F51F23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617" y="1233412"/>
            <a:ext cx="10369017" cy="470138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2424C89-AC6D-4FD1-8A87-405E50F71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616" y="1158654"/>
            <a:ext cx="10214835" cy="470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110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F63D40-005A-42AA-A167-9707670F6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4098" name="Picture 2" descr="Time Series Forecasting with Python - Train in Data's Blog">
            <a:extLst>
              <a:ext uri="{FF2B5EF4-FFF2-40B4-BE49-F238E27FC236}">
                <a16:creationId xmlns:a16="http://schemas.microsoft.com/office/drawing/2014/main" id="{BFCB325E-9A58-499F-847F-89811711AD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06"/>
          <a:stretch/>
        </p:blipFill>
        <p:spPr bwMode="auto">
          <a:xfrm>
            <a:off x="576404" y="106379"/>
            <a:ext cx="11419438" cy="574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570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A11F6-1636-447F-A543-881A9684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000" dirty="0"/>
              <a:t>Comparación de técnicas avanzadas de previsión (ARIMA, ETS y redes neuronales) en un conjunto de datos de ventas</a:t>
            </a:r>
            <a:endParaRPr lang="es-PE" sz="2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5015773-DBAA-4BC0-9C03-A4DA48E24C69}"/>
              </a:ext>
            </a:extLst>
          </p:cNvPr>
          <p:cNvSpPr txBox="1"/>
          <p:nvPr/>
        </p:nvSpPr>
        <p:spPr>
          <a:xfrm>
            <a:off x="1020401" y="6618144"/>
            <a:ext cx="11998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 dirty="0"/>
              <a:t>https://medium.com/@lawrence.may/comparing-advanced-forecasting-techniques-arima-ets-and-neural-networks-on-a-retail-sales-75fdc6a8baa6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D94550E-C39D-4AE9-825A-D04F05C0E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1366838"/>
            <a:ext cx="6667500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4345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A11F6-1636-447F-A543-881A9684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000" dirty="0"/>
              <a:t>Comparación de técnicas avanzadas de previsión (ARIMA, ETS y redes neuronales) en un conjunto de datos de ventas</a:t>
            </a:r>
            <a:endParaRPr lang="es-PE" sz="2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5015773-DBAA-4BC0-9C03-A4DA48E24C69}"/>
              </a:ext>
            </a:extLst>
          </p:cNvPr>
          <p:cNvSpPr txBox="1"/>
          <p:nvPr/>
        </p:nvSpPr>
        <p:spPr>
          <a:xfrm>
            <a:off x="1020401" y="6618144"/>
            <a:ext cx="11998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 dirty="0"/>
              <a:t>https://medium.com/@lawrence.may/comparing-advanced-forecasting-techniques-arima-ets-and-neural-networks-on-a-retail-sales-75fdc6a8baa6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0EAB1D0C-9A7A-4710-AB89-931855A51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1366838"/>
            <a:ext cx="6667500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5131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A11F6-1636-447F-A543-881A9684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000" dirty="0"/>
              <a:t>Comparación de técnicas avanzadas de previsión (ARIMA, ETS y redes neuronales) en un conjunto de datos de ventas</a:t>
            </a:r>
            <a:endParaRPr lang="es-PE" sz="2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5015773-DBAA-4BC0-9C03-A4DA48E24C69}"/>
              </a:ext>
            </a:extLst>
          </p:cNvPr>
          <p:cNvSpPr txBox="1"/>
          <p:nvPr/>
        </p:nvSpPr>
        <p:spPr>
          <a:xfrm>
            <a:off x="1020401" y="6618144"/>
            <a:ext cx="11998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 dirty="0"/>
              <a:t>https://medium.com/@lawrence.may/comparing-advanced-forecasting-techniques-arima-ets-and-neural-networks-on-a-retail-sales-75fdc6a8baa6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E3C8B208-B52B-4E6A-AC42-D27D12DFB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1366838"/>
            <a:ext cx="6667500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09937F0-85FC-4DE2-9B42-A4C6743DC92A}"/>
              </a:ext>
            </a:extLst>
          </p:cNvPr>
          <p:cNvSpPr txBox="1"/>
          <p:nvPr/>
        </p:nvSpPr>
        <p:spPr>
          <a:xfrm>
            <a:off x="3490111" y="5561587"/>
            <a:ext cx="6509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242424"/>
                </a:solidFill>
                <a:latin typeface="source-serif-pro"/>
              </a:rPr>
              <a:t>E</a:t>
            </a:r>
            <a:r>
              <a:rPr lang="es-ES" b="0" i="0" dirty="0">
                <a:solidFill>
                  <a:srgbClr val="242424"/>
                </a:solidFill>
                <a:effectLst/>
                <a:latin typeface="source-serif-pro"/>
              </a:rPr>
              <a:t>l modelo ingenuo, que simplemente predice que los valores futuros serán iguales a la observación más reciente.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703107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A11F6-1636-447F-A543-881A9684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000" dirty="0"/>
              <a:t>Comparación de técnicas avanzadas de previsión (ARIMA, ETS y redes neuronales) en un conjunto de datos de ventas</a:t>
            </a:r>
            <a:endParaRPr lang="es-PE" sz="2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5015773-DBAA-4BC0-9C03-A4DA48E24C69}"/>
              </a:ext>
            </a:extLst>
          </p:cNvPr>
          <p:cNvSpPr txBox="1"/>
          <p:nvPr/>
        </p:nvSpPr>
        <p:spPr>
          <a:xfrm>
            <a:off x="1020401" y="6618144"/>
            <a:ext cx="11998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 dirty="0"/>
              <a:t>https://medium.com/@lawrence.may/comparing-advanced-forecasting-techniques-arima-ets-and-neural-networks-on-a-retail-sales-75fdc6a8baa6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BF76594-7743-4FA7-8A61-47617F1F7140}"/>
              </a:ext>
            </a:extLst>
          </p:cNvPr>
          <p:cNvSpPr txBox="1"/>
          <p:nvPr/>
        </p:nvSpPr>
        <p:spPr>
          <a:xfrm>
            <a:off x="3100812" y="5715496"/>
            <a:ext cx="6509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0" i="0" dirty="0">
                <a:solidFill>
                  <a:srgbClr val="242424"/>
                </a:solidFill>
                <a:effectLst/>
                <a:latin typeface="source-serif-pro"/>
              </a:rPr>
              <a:t>También existe una variante ingenua estacional, que hace lo mismo pero se ajusta a la estacionalidad. </a:t>
            </a:r>
            <a:endParaRPr lang="es-PE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DB531A3B-B39E-4C66-9071-BB937E26B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1366838"/>
            <a:ext cx="6667500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6878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A11F6-1636-447F-A543-881A9684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000" dirty="0"/>
              <a:t>Comparación de técnicas avanzadas de previsión (ARIMA, </a:t>
            </a:r>
            <a:r>
              <a:rPr lang="es-ES" sz="2000" dirty="0">
                <a:solidFill>
                  <a:srgbClr val="FF0000"/>
                </a:solidFill>
              </a:rPr>
              <a:t>ETS</a:t>
            </a:r>
            <a:r>
              <a:rPr lang="es-ES" sz="2000" dirty="0"/>
              <a:t> y redes neuronales) en un conjunto de datos de ventas</a:t>
            </a:r>
            <a:endParaRPr lang="es-PE" sz="2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5015773-DBAA-4BC0-9C03-A4DA48E24C69}"/>
              </a:ext>
            </a:extLst>
          </p:cNvPr>
          <p:cNvSpPr txBox="1"/>
          <p:nvPr/>
        </p:nvSpPr>
        <p:spPr>
          <a:xfrm>
            <a:off x="1020401" y="6618144"/>
            <a:ext cx="11998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 dirty="0"/>
              <a:t>https://medium.com/@lawrence.may/comparing-advanced-forecasting-techniques-arima-ets-and-neural-networks-on-a-retail-sales-75fdc6a8baa6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784701-A359-4B81-8049-65F9C26BF488}"/>
              </a:ext>
            </a:extLst>
          </p:cNvPr>
          <p:cNvSpPr txBox="1"/>
          <p:nvPr/>
        </p:nvSpPr>
        <p:spPr>
          <a:xfrm>
            <a:off x="2841280" y="5569545"/>
            <a:ext cx="65094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b="1" i="0" dirty="0">
                <a:solidFill>
                  <a:srgbClr val="242424"/>
                </a:solidFill>
                <a:effectLst/>
                <a:latin typeface="sohne"/>
              </a:rPr>
              <a:t>Suavizado exponencial (ETS)/Holt-</a:t>
            </a:r>
            <a:r>
              <a:rPr lang="es-PE" b="1" i="0" dirty="0" err="1">
                <a:solidFill>
                  <a:srgbClr val="242424"/>
                </a:solidFill>
                <a:effectLst/>
                <a:latin typeface="sohne"/>
              </a:rPr>
              <a:t>Winters</a:t>
            </a:r>
            <a:endParaRPr lang="es-PE" b="1" i="0" dirty="0">
              <a:solidFill>
                <a:srgbClr val="242424"/>
              </a:solidFill>
              <a:effectLst/>
              <a:latin typeface="sohne"/>
            </a:endParaRPr>
          </a:p>
          <a:p>
            <a:pPr algn="ctr"/>
            <a:br>
              <a:rPr lang="es-PE" dirty="0"/>
            </a:br>
            <a:endParaRPr lang="es-PE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25AE25AE-FE23-4B1C-B8E3-E22E2ACDD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1366838"/>
            <a:ext cx="6667500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0717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A11F6-1636-447F-A543-881A9684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000" dirty="0"/>
              <a:t>Comparación de técnicas avanzadas de previsión (</a:t>
            </a:r>
            <a:r>
              <a:rPr lang="es-ES" sz="2000" dirty="0">
                <a:solidFill>
                  <a:srgbClr val="FF0000"/>
                </a:solidFill>
              </a:rPr>
              <a:t>ARIMA</a:t>
            </a:r>
            <a:r>
              <a:rPr lang="es-ES" sz="2000" dirty="0"/>
              <a:t>, ETS y redes neuronales) en un conjunto de datos de ventas</a:t>
            </a:r>
            <a:endParaRPr lang="es-PE" sz="2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5015773-DBAA-4BC0-9C03-A4DA48E24C69}"/>
              </a:ext>
            </a:extLst>
          </p:cNvPr>
          <p:cNvSpPr txBox="1"/>
          <p:nvPr/>
        </p:nvSpPr>
        <p:spPr>
          <a:xfrm>
            <a:off x="1020401" y="6618144"/>
            <a:ext cx="11998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 dirty="0"/>
              <a:t>https://medium.com/@lawrence.may/comparing-advanced-forecasting-techniques-arima-ets-and-neural-networks-on-a-retail-sales-75fdc6a8baa6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C7BD3C7A-33C7-4E8F-B921-241A561A4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1366838"/>
            <a:ext cx="6667500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4041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A11F6-1636-447F-A543-881A9684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000" dirty="0"/>
              <a:t>Comparación de técnicas avanzadas de previsión (ARIMA, ETS y </a:t>
            </a:r>
            <a:r>
              <a:rPr lang="es-ES" sz="2000" dirty="0">
                <a:solidFill>
                  <a:srgbClr val="FF0000"/>
                </a:solidFill>
              </a:rPr>
              <a:t>redes neuronales</a:t>
            </a:r>
            <a:r>
              <a:rPr lang="es-ES" sz="2000" dirty="0"/>
              <a:t>) en un conjunto de datos de ventas</a:t>
            </a:r>
            <a:endParaRPr lang="es-PE" sz="2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5015773-DBAA-4BC0-9C03-A4DA48E24C69}"/>
              </a:ext>
            </a:extLst>
          </p:cNvPr>
          <p:cNvSpPr txBox="1"/>
          <p:nvPr/>
        </p:nvSpPr>
        <p:spPr>
          <a:xfrm>
            <a:off x="1020401" y="6618144"/>
            <a:ext cx="11998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 dirty="0"/>
              <a:t>https://medium.com/@lawrence.may/comparing-advanced-forecasting-techniques-arima-ets-and-neural-networks-on-a-retail-sales-75fdc6a8baa6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98661962-16C3-4214-95DE-76AFE3C02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1366838"/>
            <a:ext cx="6667500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Meme Futurama Fry - No confio en ti Y que lo disfrutes - 23442984">
            <a:extLst>
              <a:ext uri="{FF2B5EF4-FFF2-40B4-BE49-F238E27FC236}">
                <a16:creationId xmlns:a16="http://schemas.microsoft.com/office/drawing/2014/main" id="{9831C65F-0DEA-4359-857C-BD42768B9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76" y="235743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9020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110CF99-A85D-4143-A0A0-DA8954AE7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99223" cy="686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924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8770D3B-F29B-44EA-95C3-EB45739C4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95954" cy="667784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1CB89D8-102E-4BFF-B266-32C9D5F06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19143"/>
            <a:ext cx="1571844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106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B75DBAB-351C-4B0C-9DCB-B42E21ADB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809562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140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982D1FD-0C9A-4789-8C16-BFE0DF6EB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518470" cy="682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016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39B1352-641D-47CD-87A6-23E023342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492343" cy="680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140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EFE790D-81E2-442F-9E39-D356303DE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69829" cy="531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681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E49AD94-5DDD-4459-B19B-A2BEE3D01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5962" cy="586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16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A83F953-CF7F-4FA6-997E-EF89C5113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26125"/>
            <a:ext cx="8722450" cy="507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303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3EF5FDF-02B2-413A-9269-43D737770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865326" cy="650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367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02BFF4D-7787-4B3A-B8D2-33CDE2866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8856618" cy="660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5884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137F85F-5D98-4A0C-84FA-ECB19E8E4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022080" cy="675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631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8860C25-FC44-4339-BEC5-F79FF66A1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9622971" cy="680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2383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E4DCF80-5978-40B5-824B-CC85C140E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083040" cy="681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2257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8CD631A-2773-4936-98DF-CC0B28CB3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22377" cy="681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5634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BF33C6A-63E6-4203-A204-CE0B5611D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4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7639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FF455D1-6F53-4CC4-85B9-5A8C5FFE5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335589" cy="683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3973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7B00EFD-99EA-401A-BE7D-9F642F43F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422674" cy="68858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B58CEC6-860D-47F3-A2A2-519299D9C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086" y="58785"/>
            <a:ext cx="3949587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5929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F5A29E3-EF67-4651-ABFD-DFA41ACD7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87840" cy="685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1396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EB58202-5FAB-4D67-8E20-D797B0ABC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335589" cy="684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1444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E7498B3-A4D8-41B1-A010-CD3D6A30D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955895" cy="485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2877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DCD85B4-DE28-49AF-8B68-DF5B0FE79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Interrupted Time Series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1A8F778-C06C-4DCF-96D6-C6D2443CC2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951"/>
          <a:stretch/>
        </p:blipFill>
        <p:spPr>
          <a:xfrm>
            <a:off x="3179872" y="1078302"/>
            <a:ext cx="5982234" cy="520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1032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4AAB0D-CF89-4C2D-86CF-8C6607423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ym typeface="Wingdings" panose="05000000000000000000" pitchFamily="2" charset="2"/>
              </a:rPr>
              <a:t>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397664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5015773-DBAA-4BC0-9C03-A4DA48E24C69}"/>
              </a:ext>
            </a:extLst>
          </p:cNvPr>
          <p:cNvSpPr txBox="1"/>
          <p:nvPr/>
        </p:nvSpPr>
        <p:spPr>
          <a:xfrm>
            <a:off x="1464021" y="6571468"/>
            <a:ext cx="11998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/>
              <a:t>https://medium.com/@akpurendra/arima-arma-sarimax-time-forecasting-weapons-1744259e47d4</a:t>
            </a:r>
            <a:endParaRPr lang="es-PE" sz="14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D0B7E80-B6EB-4EE1-8F98-278969E7F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534" y="132643"/>
            <a:ext cx="10301901" cy="5989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4783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1328</TotalTime>
  <Words>286</Words>
  <Application>Microsoft Office PowerPoint</Application>
  <PresentationFormat>Panorámica</PresentationFormat>
  <Paragraphs>24</Paragraphs>
  <Slides>35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2" baseType="lpstr">
      <vt:lpstr>Arial</vt:lpstr>
      <vt:lpstr>Arial Black</vt:lpstr>
      <vt:lpstr>Calibri</vt:lpstr>
      <vt:lpstr>Calibri Light</vt:lpstr>
      <vt:lpstr>sohne</vt:lpstr>
      <vt:lpstr>source-serif-pro</vt:lpstr>
      <vt:lpstr>Tema de Office</vt:lpstr>
      <vt:lpstr>Forecasting</vt:lpstr>
      <vt:lpstr>Forecasting by maggots</vt:lpstr>
      <vt:lpstr>Forecasting</vt:lpstr>
      <vt:lpstr>Presentación de PowerPoint</vt:lpstr>
      <vt:lpstr>Presentación de PowerPoint</vt:lpstr>
      <vt:lpstr>Comparación de técnicas avanzadas de previsión (ARIMA, ETS y redes neuronales) en un conjunto de datos de ventas</vt:lpstr>
      <vt:lpstr>Comparación de técnicas avanzadas de previsión (ARIMA, ETS y redes neuronales) en un conjunto de datos de ventas</vt:lpstr>
      <vt:lpstr>Comparación de técnicas avanzadas de previsión (ARIMA, ETS y redes neuronales) en un conjunto de datos de ventas</vt:lpstr>
      <vt:lpstr>Comparación de técnicas avanzadas de previsión (ARIMA, ETS y redes neuronales) en un conjunto de datos de ventas</vt:lpstr>
      <vt:lpstr>Comparación de técnicas avanzadas de previsión (ARIMA, ETS y redes neuronales) en un conjunto de datos de ventas</vt:lpstr>
      <vt:lpstr>Comparación de técnicas avanzadas de previsión (ARIMA, ETS y redes neuronales) en un conjunto de datos de ventas</vt:lpstr>
      <vt:lpstr>Comparación de técnicas avanzadas de previsión (ARIMA, ETS y redes neuronales) en un conjunto de datos de ventas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Interrupted Time Series</vt:lpstr>
      <vt:lpstr>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 Fernandez G</dc:creator>
  <cp:lastModifiedBy>Daniel Fernandez G</cp:lastModifiedBy>
  <cp:revision>12</cp:revision>
  <dcterms:created xsi:type="dcterms:W3CDTF">2024-09-19T17:49:52Z</dcterms:created>
  <dcterms:modified xsi:type="dcterms:W3CDTF">2024-09-20T15:58:38Z</dcterms:modified>
</cp:coreProperties>
</file>